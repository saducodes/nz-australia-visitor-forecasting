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876" r:id="rId4"/>
  </p:sldMasterIdLst>
  <p:notesMasterIdLst>
    <p:notesMasterId r:id="rId22"/>
  </p:notesMasterIdLst>
  <p:handoutMasterIdLst>
    <p:handoutMasterId r:id="rId23"/>
  </p:handoutMasterIdLst>
  <p:sldIdLst>
    <p:sldId id="256" r:id="rId5"/>
    <p:sldId id="257" r:id="rId6"/>
    <p:sldId id="262" r:id="rId7"/>
    <p:sldId id="277" r:id="rId8"/>
    <p:sldId id="261" r:id="rId9"/>
    <p:sldId id="263" r:id="rId10"/>
    <p:sldId id="265" r:id="rId11"/>
    <p:sldId id="266" r:id="rId12"/>
    <p:sldId id="267" r:id="rId13"/>
    <p:sldId id="268" r:id="rId14"/>
    <p:sldId id="269" r:id="rId15"/>
    <p:sldId id="270" r:id="rId16"/>
    <p:sldId id="271" r:id="rId17"/>
    <p:sldId id="272" r:id="rId18"/>
    <p:sldId id="273" r:id="rId19"/>
    <p:sldId id="275" r:id="rId20"/>
    <p:sldId id="260" r:id="rId21"/>
  </p:sldIdLst>
  <p:sldSz cx="12192000" cy="6858000"/>
  <p:notesSz cx="6858000" cy="9144000"/>
  <p:embeddedFontLst>
    <p:embeddedFont>
      <p:font typeface="Corbel" panose="020B0503020204020204" pitchFamily="34" charset="0"/>
      <p:regular r:id="rId24"/>
      <p:bold r:id="rId25"/>
      <p:italic r:id="rId26"/>
      <p:boldItalic r:id="rId27"/>
    </p:embeddedFont>
    <p:embeddedFont>
      <p:font typeface="Wingdings 3" panose="05040102010807070707" pitchFamily="18" charset="2"/>
      <p:regular r:id="rId2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66" d="100"/>
          <a:sy n="66" d="100"/>
        </p:scale>
        <p:origin x="668" y="32"/>
      </p:cViewPr>
      <p:guideLst/>
    </p:cSldViewPr>
  </p:slid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3.fntdata"/><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2.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fntdata"/><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openxmlformats.org/officeDocument/2006/relationships/font" Target="fonts/font5.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font" Target="fonts/font4.fntdata"/><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AA73459-8AD0-4019-8D73-EE3502E9731E}" type="doc">
      <dgm:prSet loTypeId="urn:microsoft.com/office/officeart/2017/3/layout/HorizontalPathTimeline" loCatId="process" qsTypeId="urn:microsoft.com/office/officeart/2005/8/quickstyle/simple2" qsCatId="simple" csTypeId="urn:microsoft.com/office/officeart/2005/8/colors/colorful1" csCatId="colorful" phldr="1"/>
      <dgm:spPr/>
      <dgm:t>
        <a:bodyPr/>
        <a:lstStyle/>
        <a:p>
          <a:endParaRPr lang="en-US"/>
        </a:p>
      </dgm:t>
    </dgm:pt>
    <dgm:pt modelId="{3DE16943-5EDD-416B-9FD3-262FEF6F2F44}">
      <dgm:prSet/>
      <dgm:spPr/>
      <dgm:t>
        <a:bodyPr/>
        <a:lstStyle/>
        <a:p>
          <a:pPr>
            <a:defRPr b="1"/>
          </a:pPr>
          <a:endParaRPr lang="en-US" dirty="0"/>
        </a:p>
      </dgm:t>
    </dgm:pt>
    <dgm:pt modelId="{37FAF1C1-5C21-41BF-9F00-5F75A15A21A4}" type="parTrans" cxnId="{7D835154-3806-49BB-9A1A-31677BE5AD21}">
      <dgm:prSet/>
      <dgm:spPr/>
      <dgm:t>
        <a:bodyPr/>
        <a:lstStyle/>
        <a:p>
          <a:endParaRPr lang="en-US"/>
        </a:p>
      </dgm:t>
    </dgm:pt>
    <dgm:pt modelId="{8B5953E2-B449-4900-A610-A83788E3BB41}" type="sibTrans" cxnId="{7D835154-3806-49BB-9A1A-31677BE5AD21}">
      <dgm:prSet/>
      <dgm:spPr/>
      <dgm:t>
        <a:bodyPr/>
        <a:lstStyle/>
        <a:p>
          <a:endParaRPr lang="en-US"/>
        </a:p>
      </dgm:t>
    </dgm:pt>
    <dgm:pt modelId="{1C30C8F7-C9D2-4F13-A749-97A709B637AC}">
      <dgm:prSet/>
      <dgm:spPr/>
      <dgm:t>
        <a:bodyPr/>
        <a:lstStyle/>
        <a:p>
          <a:pPr>
            <a:defRPr b="1"/>
          </a:pPr>
          <a:r>
            <a:rPr lang="en-US" dirty="0"/>
            <a:t>Mar. 2020 – Dec. 2022</a:t>
          </a:r>
        </a:p>
      </dgm:t>
    </dgm:pt>
    <dgm:pt modelId="{17AB7835-B9C5-4338-97E4-07902BB07DFC}" type="parTrans" cxnId="{D83F6369-F1DC-465A-92BE-C24A45A46E8A}">
      <dgm:prSet/>
      <dgm:spPr/>
      <dgm:t>
        <a:bodyPr/>
        <a:lstStyle/>
        <a:p>
          <a:endParaRPr lang="en-US"/>
        </a:p>
      </dgm:t>
    </dgm:pt>
    <dgm:pt modelId="{9E914204-8BBC-4865-9DE7-1F156A95F876}" type="sibTrans" cxnId="{D83F6369-F1DC-465A-92BE-C24A45A46E8A}">
      <dgm:prSet/>
      <dgm:spPr/>
      <dgm:t>
        <a:bodyPr/>
        <a:lstStyle/>
        <a:p>
          <a:endParaRPr lang="en-US"/>
        </a:p>
      </dgm:t>
    </dgm:pt>
    <dgm:pt modelId="{81FB7455-3DCB-414F-88FE-7BAD9A69B81B}">
      <dgm:prSet/>
      <dgm:spPr/>
      <dgm:t>
        <a:bodyPr/>
        <a:lstStyle/>
        <a:p>
          <a:r>
            <a:rPr lang="en-US"/>
            <a:t>(COVID shock)</a:t>
          </a:r>
        </a:p>
      </dgm:t>
    </dgm:pt>
    <dgm:pt modelId="{E4A5E5DD-9D29-4A14-B1A9-36A18A43E541}" type="parTrans" cxnId="{AE0891F2-7CCD-4B96-A8F3-7FCE823E1CEC}">
      <dgm:prSet/>
      <dgm:spPr/>
      <dgm:t>
        <a:bodyPr/>
        <a:lstStyle/>
        <a:p>
          <a:endParaRPr lang="en-US"/>
        </a:p>
      </dgm:t>
    </dgm:pt>
    <dgm:pt modelId="{C11A0C54-474D-4FDE-A992-BD7B2FD3726B}" type="sibTrans" cxnId="{AE0891F2-7CCD-4B96-A8F3-7FCE823E1CEC}">
      <dgm:prSet/>
      <dgm:spPr/>
      <dgm:t>
        <a:bodyPr/>
        <a:lstStyle/>
        <a:p>
          <a:endParaRPr lang="en-US"/>
        </a:p>
      </dgm:t>
    </dgm:pt>
    <dgm:pt modelId="{6C8849E4-4FB4-4241-B09F-E4BDB8C62398}">
      <dgm:prSet/>
      <dgm:spPr/>
      <dgm:t>
        <a:bodyPr/>
        <a:lstStyle/>
        <a:p>
          <a:pPr>
            <a:defRPr b="1"/>
          </a:pPr>
          <a:endParaRPr lang="en-US" dirty="0"/>
        </a:p>
      </dgm:t>
    </dgm:pt>
    <dgm:pt modelId="{8804827A-9A50-4BF6-BE67-A548CB38A90D}" type="parTrans" cxnId="{54923946-6D01-4FCB-8999-1881F20694F6}">
      <dgm:prSet/>
      <dgm:spPr/>
      <dgm:t>
        <a:bodyPr/>
        <a:lstStyle/>
        <a:p>
          <a:endParaRPr lang="en-US"/>
        </a:p>
      </dgm:t>
    </dgm:pt>
    <dgm:pt modelId="{2E5931CD-A084-493A-9340-566DD9B65BCC}" type="sibTrans" cxnId="{54923946-6D01-4FCB-8999-1881F20694F6}">
      <dgm:prSet/>
      <dgm:spPr/>
      <dgm:t>
        <a:bodyPr/>
        <a:lstStyle/>
        <a:p>
          <a:endParaRPr lang="en-US"/>
        </a:p>
      </dgm:t>
    </dgm:pt>
    <dgm:pt modelId="{6281C8BA-F186-448C-AFE6-2D7E6296E530}">
      <dgm:prSet/>
      <dgm:spPr/>
      <dgm:t>
        <a:bodyPr/>
        <a:lstStyle/>
        <a:p>
          <a:r>
            <a:rPr lang="en-US" dirty="0"/>
            <a:t>After covid</a:t>
          </a:r>
        </a:p>
      </dgm:t>
    </dgm:pt>
    <dgm:pt modelId="{E8709B58-C922-4D1E-A5A2-B7B9D8447B3A}" type="parTrans" cxnId="{3A3B655E-2811-4132-A6BE-0B5333729EE5}">
      <dgm:prSet/>
      <dgm:spPr/>
      <dgm:t>
        <a:bodyPr/>
        <a:lstStyle/>
        <a:p>
          <a:endParaRPr lang="en-US"/>
        </a:p>
      </dgm:t>
    </dgm:pt>
    <dgm:pt modelId="{F590A34A-1261-4716-9C4A-C4F366B9F459}" type="sibTrans" cxnId="{3A3B655E-2811-4132-A6BE-0B5333729EE5}">
      <dgm:prSet/>
      <dgm:spPr/>
      <dgm:t>
        <a:bodyPr/>
        <a:lstStyle/>
        <a:p>
          <a:endParaRPr lang="en-US"/>
        </a:p>
      </dgm:t>
    </dgm:pt>
    <dgm:pt modelId="{5DD43788-E09E-4395-B2B6-0F0B39762AED}">
      <dgm:prSet/>
      <dgm:spPr/>
      <dgm:t>
        <a:bodyPr/>
        <a:lstStyle/>
        <a:p>
          <a:r>
            <a:rPr lang="en-US" dirty="0"/>
            <a:t>Before covid</a:t>
          </a:r>
          <a:endParaRPr lang="en-AU" dirty="0"/>
        </a:p>
      </dgm:t>
    </dgm:pt>
    <dgm:pt modelId="{529F73A8-DD28-4B3B-91FF-A398269734EA}" type="parTrans" cxnId="{5A77AC43-2F47-4721-9803-1BA44BA98F02}">
      <dgm:prSet/>
      <dgm:spPr/>
    </dgm:pt>
    <dgm:pt modelId="{C43B4B88-0555-426C-B258-AC506AA070FA}" type="sibTrans" cxnId="{5A77AC43-2F47-4721-9803-1BA44BA98F02}">
      <dgm:prSet/>
      <dgm:spPr/>
    </dgm:pt>
    <dgm:pt modelId="{97F6DB81-98A1-4FB2-899C-2FD6C5EE57B3}" type="pres">
      <dgm:prSet presAssocID="{3AA73459-8AD0-4019-8D73-EE3502E9731E}" presName="root" presStyleCnt="0">
        <dgm:presLayoutVars>
          <dgm:chMax/>
          <dgm:chPref/>
          <dgm:animLvl val="lvl"/>
        </dgm:presLayoutVars>
      </dgm:prSet>
      <dgm:spPr/>
    </dgm:pt>
    <dgm:pt modelId="{AB6F160B-7361-404F-A2C8-BB4B6AFAF62B}" type="pres">
      <dgm:prSet presAssocID="{3AA73459-8AD0-4019-8D73-EE3502E9731E}" presName="divider" presStyleLbl="node1" presStyleIdx="0" presStyleCnt="1"/>
      <dgm:spPr/>
    </dgm:pt>
    <dgm:pt modelId="{5528438F-AC0D-42D8-9FEF-003329B85579}" type="pres">
      <dgm:prSet presAssocID="{3AA73459-8AD0-4019-8D73-EE3502E9731E}" presName="nodes" presStyleCnt="0">
        <dgm:presLayoutVars>
          <dgm:chMax/>
          <dgm:chPref/>
          <dgm:animLvl val="lvl"/>
        </dgm:presLayoutVars>
      </dgm:prSet>
      <dgm:spPr/>
    </dgm:pt>
    <dgm:pt modelId="{DA042B63-EAFB-444D-830F-BEDB0F3F3FF7}" type="pres">
      <dgm:prSet presAssocID="{3DE16943-5EDD-416B-9FD3-262FEF6F2F44}" presName="composite" presStyleCnt="0"/>
      <dgm:spPr/>
    </dgm:pt>
    <dgm:pt modelId="{B6F177B0-3E3A-4A3E-9805-8A96C3EFAE2E}" type="pres">
      <dgm:prSet presAssocID="{3DE16943-5EDD-416B-9FD3-262FEF6F2F44}" presName="L1TextContainer" presStyleLbl="revTx" presStyleIdx="0" presStyleCnt="3">
        <dgm:presLayoutVars>
          <dgm:chMax val="1"/>
          <dgm:chPref val="1"/>
          <dgm:bulletEnabled val="1"/>
        </dgm:presLayoutVars>
      </dgm:prSet>
      <dgm:spPr/>
    </dgm:pt>
    <dgm:pt modelId="{7C3E4E7D-6540-4F27-B164-C4569C40975E}" type="pres">
      <dgm:prSet presAssocID="{3DE16943-5EDD-416B-9FD3-262FEF6F2F44}" presName="L2TextContainerWrapper" presStyleCnt="0">
        <dgm:presLayoutVars>
          <dgm:chMax val="0"/>
          <dgm:chPref val="0"/>
          <dgm:bulletEnabled val="1"/>
        </dgm:presLayoutVars>
      </dgm:prSet>
      <dgm:spPr/>
    </dgm:pt>
    <dgm:pt modelId="{19AC0878-C498-435B-AE66-2156C848368E}" type="pres">
      <dgm:prSet presAssocID="{3DE16943-5EDD-416B-9FD3-262FEF6F2F44}" presName="L2TextContainer" presStyleLbl="bgAccFollowNode1" presStyleIdx="0" presStyleCnt="3"/>
      <dgm:spPr/>
    </dgm:pt>
    <dgm:pt modelId="{AA3C4FCA-EB52-4C86-97D4-4274F8C04495}" type="pres">
      <dgm:prSet presAssocID="{3DE16943-5EDD-416B-9FD3-262FEF6F2F44}" presName="FlexibleEmptyPlaceHolder" presStyleCnt="0"/>
      <dgm:spPr/>
    </dgm:pt>
    <dgm:pt modelId="{D870C51B-0C42-440B-9B30-123C5C58C3D5}" type="pres">
      <dgm:prSet presAssocID="{3DE16943-5EDD-416B-9FD3-262FEF6F2F44}" presName="ConnectLine" presStyleLbl="alignNode1" presStyleIdx="0" presStyleCnt="3"/>
      <dgm:spPr>
        <a:solidFill>
          <a:schemeClr val="accent2">
            <a:hueOff val="0"/>
            <a:satOff val="0"/>
            <a:lumOff val="0"/>
            <a:alphaOff val="0"/>
          </a:schemeClr>
        </a:solidFill>
        <a:ln w="6350" cap="flat" cmpd="sng" algn="ctr">
          <a:solidFill>
            <a:schemeClr val="accent2">
              <a:hueOff val="0"/>
              <a:satOff val="0"/>
              <a:lumOff val="0"/>
              <a:alphaOff val="0"/>
            </a:schemeClr>
          </a:solidFill>
          <a:prstDash val="dash"/>
        </a:ln>
        <a:effectLst/>
      </dgm:spPr>
    </dgm:pt>
    <dgm:pt modelId="{F7F9A691-2A83-4B74-97B8-34207E850E5D}" type="pres">
      <dgm:prSet presAssocID="{3DE16943-5EDD-416B-9FD3-262FEF6F2F44}" presName="ConnectorPoint" presStyleLbl="fgAcc1" presStyleIdx="0" presStyleCnt="3"/>
      <dgm:spPr>
        <a:solidFill>
          <a:schemeClr val="lt1">
            <a:alpha val="90000"/>
            <a:hueOff val="0"/>
            <a:satOff val="0"/>
            <a:lumOff val="0"/>
            <a:alphaOff val="0"/>
          </a:schemeClr>
        </a:solidFill>
        <a:ln w="19050" cap="flat" cmpd="sng" algn="ctr">
          <a:noFill/>
          <a:prstDash val="solid"/>
        </a:ln>
        <a:effectLst/>
      </dgm:spPr>
    </dgm:pt>
    <dgm:pt modelId="{EAD95A8F-4FC7-4C72-BD8D-271897F56283}" type="pres">
      <dgm:prSet presAssocID="{3DE16943-5EDD-416B-9FD3-262FEF6F2F44}" presName="EmptyPlaceHolder" presStyleCnt="0"/>
      <dgm:spPr/>
    </dgm:pt>
    <dgm:pt modelId="{EAADFF96-C0C5-4290-8CE9-8FB684570803}" type="pres">
      <dgm:prSet presAssocID="{8B5953E2-B449-4900-A610-A83788E3BB41}" presName="spaceBetweenRectangles" presStyleCnt="0"/>
      <dgm:spPr/>
    </dgm:pt>
    <dgm:pt modelId="{0EB0850B-D2B0-4196-B05F-4FBC0E83578D}" type="pres">
      <dgm:prSet presAssocID="{1C30C8F7-C9D2-4F13-A749-97A709B637AC}" presName="composite" presStyleCnt="0"/>
      <dgm:spPr/>
    </dgm:pt>
    <dgm:pt modelId="{71198A24-7A66-4FAC-959E-F90DAB7EF60D}" type="pres">
      <dgm:prSet presAssocID="{1C30C8F7-C9D2-4F13-A749-97A709B637AC}" presName="L1TextContainer" presStyleLbl="revTx" presStyleIdx="1" presStyleCnt="3">
        <dgm:presLayoutVars>
          <dgm:chMax val="1"/>
          <dgm:chPref val="1"/>
          <dgm:bulletEnabled val="1"/>
        </dgm:presLayoutVars>
      </dgm:prSet>
      <dgm:spPr/>
    </dgm:pt>
    <dgm:pt modelId="{DC34B647-68A7-4F28-8429-2581A438DCEF}" type="pres">
      <dgm:prSet presAssocID="{1C30C8F7-C9D2-4F13-A749-97A709B637AC}" presName="L2TextContainerWrapper" presStyleCnt="0">
        <dgm:presLayoutVars>
          <dgm:chMax val="0"/>
          <dgm:chPref val="0"/>
          <dgm:bulletEnabled val="1"/>
        </dgm:presLayoutVars>
      </dgm:prSet>
      <dgm:spPr/>
    </dgm:pt>
    <dgm:pt modelId="{3267208F-A482-48AA-80D7-83B7B7FA1522}" type="pres">
      <dgm:prSet presAssocID="{1C30C8F7-C9D2-4F13-A749-97A709B637AC}" presName="L2TextContainer" presStyleLbl="bgAccFollowNode1" presStyleIdx="1" presStyleCnt="3"/>
      <dgm:spPr/>
    </dgm:pt>
    <dgm:pt modelId="{2A48068A-8804-470B-AE45-85EED09FDAD2}" type="pres">
      <dgm:prSet presAssocID="{1C30C8F7-C9D2-4F13-A749-97A709B637AC}" presName="FlexibleEmptyPlaceHolder" presStyleCnt="0"/>
      <dgm:spPr/>
    </dgm:pt>
    <dgm:pt modelId="{65BED347-DA20-4FC4-AB5B-D89F63528FAB}" type="pres">
      <dgm:prSet presAssocID="{1C30C8F7-C9D2-4F13-A749-97A709B637AC}" presName="ConnectLine" presStyleLbl="alignNode1" presStyleIdx="1" presStyleCnt="3"/>
      <dgm:spPr>
        <a:solidFill>
          <a:schemeClr val="accent3">
            <a:hueOff val="0"/>
            <a:satOff val="0"/>
            <a:lumOff val="0"/>
            <a:alphaOff val="0"/>
          </a:schemeClr>
        </a:solidFill>
        <a:ln w="6350" cap="flat" cmpd="sng" algn="ctr">
          <a:solidFill>
            <a:schemeClr val="accent3">
              <a:hueOff val="0"/>
              <a:satOff val="0"/>
              <a:lumOff val="0"/>
              <a:alphaOff val="0"/>
            </a:schemeClr>
          </a:solidFill>
          <a:prstDash val="dash"/>
        </a:ln>
        <a:effectLst/>
      </dgm:spPr>
    </dgm:pt>
    <dgm:pt modelId="{26FDE22B-0E3A-4FD7-B85E-1932208578D3}" type="pres">
      <dgm:prSet presAssocID="{1C30C8F7-C9D2-4F13-A749-97A709B637AC}" presName="ConnectorPoint" presStyleLbl="fgAcc1" presStyleIdx="1" presStyleCnt="3"/>
      <dgm:spPr>
        <a:solidFill>
          <a:schemeClr val="lt1">
            <a:alpha val="90000"/>
            <a:hueOff val="0"/>
            <a:satOff val="0"/>
            <a:lumOff val="0"/>
            <a:alphaOff val="0"/>
          </a:schemeClr>
        </a:solidFill>
        <a:ln w="19050" cap="flat" cmpd="sng" algn="ctr">
          <a:noFill/>
          <a:prstDash val="solid"/>
        </a:ln>
        <a:effectLst/>
      </dgm:spPr>
    </dgm:pt>
    <dgm:pt modelId="{CC89A324-C0B2-4B54-A918-E000B590BF9E}" type="pres">
      <dgm:prSet presAssocID="{1C30C8F7-C9D2-4F13-A749-97A709B637AC}" presName="EmptyPlaceHolder" presStyleCnt="0"/>
      <dgm:spPr/>
    </dgm:pt>
    <dgm:pt modelId="{D229D15B-99CF-4818-98D6-893124201465}" type="pres">
      <dgm:prSet presAssocID="{9E914204-8BBC-4865-9DE7-1F156A95F876}" presName="spaceBetweenRectangles" presStyleCnt="0"/>
      <dgm:spPr/>
    </dgm:pt>
    <dgm:pt modelId="{4F21643F-96CC-453F-8E47-09216CCE15C4}" type="pres">
      <dgm:prSet presAssocID="{6C8849E4-4FB4-4241-B09F-E4BDB8C62398}" presName="composite" presStyleCnt="0"/>
      <dgm:spPr/>
    </dgm:pt>
    <dgm:pt modelId="{35AC877C-8841-46DE-97F8-B5316895668F}" type="pres">
      <dgm:prSet presAssocID="{6C8849E4-4FB4-4241-B09F-E4BDB8C62398}" presName="L1TextContainer" presStyleLbl="revTx" presStyleIdx="2" presStyleCnt="3">
        <dgm:presLayoutVars>
          <dgm:chMax val="1"/>
          <dgm:chPref val="1"/>
          <dgm:bulletEnabled val="1"/>
        </dgm:presLayoutVars>
      </dgm:prSet>
      <dgm:spPr/>
    </dgm:pt>
    <dgm:pt modelId="{F9846E43-A36E-40F3-A666-B92360A3141F}" type="pres">
      <dgm:prSet presAssocID="{6C8849E4-4FB4-4241-B09F-E4BDB8C62398}" presName="L2TextContainerWrapper" presStyleCnt="0">
        <dgm:presLayoutVars>
          <dgm:chMax val="0"/>
          <dgm:chPref val="0"/>
          <dgm:bulletEnabled val="1"/>
        </dgm:presLayoutVars>
      </dgm:prSet>
      <dgm:spPr/>
    </dgm:pt>
    <dgm:pt modelId="{756626F4-DB78-428E-BCAA-C88B3B0E02CD}" type="pres">
      <dgm:prSet presAssocID="{6C8849E4-4FB4-4241-B09F-E4BDB8C62398}" presName="L2TextContainer" presStyleLbl="bgAccFollowNode1" presStyleIdx="2" presStyleCnt="3"/>
      <dgm:spPr/>
    </dgm:pt>
    <dgm:pt modelId="{755F8E77-A543-4992-B012-EF0A02AF30E2}" type="pres">
      <dgm:prSet presAssocID="{6C8849E4-4FB4-4241-B09F-E4BDB8C62398}" presName="FlexibleEmptyPlaceHolder" presStyleCnt="0"/>
      <dgm:spPr/>
    </dgm:pt>
    <dgm:pt modelId="{62C24EC3-2791-451C-8A01-EDDB1F71B36A}" type="pres">
      <dgm:prSet presAssocID="{6C8849E4-4FB4-4241-B09F-E4BDB8C62398}" presName="ConnectLine" presStyleLbl="alignNode1" presStyleIdx="2" presStyleCnt="3"/>
      <dgm:spPr>
        <a:solidFill>
          <a:schemeClr val="accent4">
            <a:hueOff val="0"/>
            <a:satOff val="0"/>
            <a:lumOff val="0"/>
            <a:alphaOff val="0"/>
          </a:schemeClr>
        </a:solidFill>
        <a:ln w="6350" cap="flat" cmpd="sng" algn="ctr">
          <a:solidFill>
            <a:schemeClr val="accent4">
              <a:hueOff val="0"/>
              <a:satOff val="0"/>
              <a:lumOff val="0"/>
              <a:alphaOff val="0"/>
            </a:schemeClr>
          </a:solidFill>
          <a:prstDash val="dash"/>
        </a:ln>
        <a:effectLst/>
      </dgm:spPr>
    </dgm:pt>
    <dgm:pt modelId="{FDFD31DA-123E-47F6-8DD0-1828AE87791B}" type="pres">
      <dgm:prSet presAssocID="{6C8849E4-4FB4-4241-B09F-E4BDB8C62398}" presName="ConnectorPoint" presStyleLbl="fgAcc1" presStyleIdx="2" presStyleCnt="3"/>
      <dgm:spPr>
        <a:solidFill>
          <a:schemeClr val="lt1">
            <a:alpha val="90000"/>
            <a:hueOff val="0"/>
            <a:satOff val="0"/>
            <a:lumOff val="0"/>
            <a:alphaOff val="0"/>
          </a:schemeClr>
        </a:solidFill>
        <a:ln w="19050" cap="flat" cmpd="sng" algn="ctr">
          <a:noFill/>
          <a:prstDash val="solid"/>
        </a:ln>
        <a:effectLst/>
      </dgm:spPr>
    </dgm:pt>
    <dgm:pt modelId="{22B78A3F-6001-4311-A83B-C373E058579C}" type="pres">
      <dgm:prSet presAssocID="{6C8849E4-4FB4-4241-B09F-E4BDB8C62398}" presName="EmptyPlaceHolder" presStyleCnt="0"/>
      <dgm:spPr/>
    </dgm:pt>
  </dgm:ptLst>
  <dgm:cxnLst>
    <dgm:cxn modelId="{FE39E316-A441-4B2A-86EB-0B6292D401F7}" type="presOf" srcId="{3AA73459-8AD0-4019-8D73-EE3502E9731E}" destId="{97F6DB81-98A1-4FB2-899C-2FD6C5EE57B3}" srcOrd="0" destOrd="0" presId="urn:microsoft.com/office/officeart/2017/3/layout/HorizontalPathTimeline"/>
    <dgm:cxn modelId="{A45C0322-FBCB-436E-B3EC-B39A5542E522}" type="presOf" srcId="{81FB7455-3DCB-414F-88FE-7BAD9A69B81B}" destId="{3267208F-A482-48AA-80D7-83B7B7FA1522}" srcOrd="0" destOrd="0" presId="urn:microsoft.com/office/officeart/2017/3/layout/HorizontalPathTimeline"/>
    <dgm:cxn modelId="{3A3B655E-2811-4132-A6BE-0B5333729EE5}" srcId="{6C8849E4-4FB4-4241-B09F-E4BDB8C62398}" destId="{6281C8BA-F186-448C-AFE6-2D7E6296E530}" srcOrd="0" destOrd="0" parTransId="{E8709B58-C922-4D1E-A5A2-B7B9D8447B3A}" sibTransId="{F590A34A-1261-4716-9C4A-C4F366B9F459}"/>
    <dgm:cxn modelId="{5A77AC43-2F47-4721-9803-1BA44BA98F02}" srcId="{3DE16943-5EDD-416B-9FD3-262FEF6F2F44}" destId="{5DD43788-E09E-4395-B2B6-0F0B39762AED}" srcOrd="0" destOrd="0" parTransId="{529F73A8-DD28-4B3B-91FF-A398269734EA}" sibTransId="{C43B4B88-0555-426C-B258-AC506AA070FA}"/>
    <dgm:cxn modelId="{54923946-6D01-4FCB-8999-1881F20694F6}" srcId="{3AA73459-8AD0-4019-8D73-EE3502E9731E}" destId="{6C8849E4-4FB4-4241-B09F-E4BDB8C62398}" srcOrd="2" destOrd="0" parTransId="{8804827A-9A50-4BF6-BE67-A548CB38A90D}" sibTransId="{2E5931CD-A084-493A-9340-566DD9B65BCC}"/>
    <dgm:cxn modelId="{D83F6369-F1DC-465A-92BE-C24A45A46E8A}" srcId="{3AA73459-8AD0-4019-8D73-EE3502E9731E}" destId="{1C30C8F7-C9D2-4F13-A749-97A709B637AC}" srcOrd="1" destOrd="0" parTransId="{17AB7835-B9C5-4338-97E4-07902BB07DFC}" sibTransId="{9E914204-8BBC-4865-9DE7-1F156A95F876}"/>
    <dgm:cxn modelId="{7D835154-3806-49BB-9A1A-31677BE5AD21}" srcId="{3AA73459-8AD0-4019-8D73-EE3502E9731E}" destId="{3DE16943-5EDD-416B-9FD3-262FEF6F2F44}" srcOrd="0" destOrd="0" parTransId="{37FAF1C1-5C21-41BF-9F00-5F75A15A21A4}" sibTransId="{8B5953E2-B449-4900-A610-A83788E3BB41}"/>
    <dgm:cxn modelId="{DB20C081-0CDB-453E-AE4F-8AF1560DFD7E}" type="presOf" srcId="{6C8849E4-4FB4-4241-B09F-E4BDB8C62398}" destId="{35AC877C-8841-46DE-97F8-B5316895668F}" srcOrd="0" destOrd="0" presId="urn:microsoft.com/office/officeart/2017/3/layout/HorizontalPathTimeline"/>
    <dgm:cxn modelId="{EF499692-ECC2-4185-809A-C2717EFC8935}" type="presOf" srcId="{3DE16943-5EDD-416B-9FD3-262FEF6F2F44}" destId="{B6F177B0-3E3A-4A3E-9805-8A96C3EFAE2E}" srcOrd="0" destOrd="0" presId="urn:microsoft.com/office/officeart/2017/3/layout/HorizontalPathTimeline"/>
    <dgm:cxn modelId="{28F69DBB-89AA-4AC7-9992-19CE8190EAFC}" type="presOf" srcId="{1C30C8F7-C9D2-4F13-A749-97A709B637AC}" destId="{71198A24-7A66-4FAC-959E-F90DAB7EF60D}" srcOrd="0" destOrd="0" presId="urn:microsoft.com/office/officeart/2017/3/layout/HorizontalPathTimeline"/>
    <dgm:cxn modelId="{F0EDB6BE-8AA5-4C53-85C4-DD78C16807C6}" type="presOf" srcId="{5DD43788-E09E-4395-B2B6-0F0B39762AED}" destId="{19AC0878-C498-435B-AE66-2156C848368E}" srcOrd="0" destOrd="0" presId="urn:microsoft.com/office/officeart/2017/3/layout/HorizontalPathTimeline"/>
    <dgm:cxn modelId="{37CE37D4-2B11-4881-852C-3956762D0597}" type="presOf" srcId="{6281C8BA-F186-448C-AFE6-2D7E6296E530}" destId="{756626F4-DB78-428E-BCAA-C88B3B0E02CD}" srcOrd="0" destOrd="0" presId="urn:microsoft.com/office/officeart/2017/3/layout/HorizontalPathTimeline"/>
    <dgm:cxn modelId="{AE0891F2-7CCD-4B96-A8F3-7FCE823E1CEC}" srcId="{1C30C8F7-C9D2-4F13-A749-97A709B637AC}" destId="{81FB7455-3DCB-414F-88FE-7BAD9A69B81B}" srcOrd="0" destOrd="0" parTransId="{E4A5E5DD-9D29-4A14-B1A9-36A18A43E541}" sibTransId="{C11A0C54-474D-4FDE-A992-BD7B2FD3726B}"/>
    <dgm:cxn modelId="{F0D11E43-CC8F-44D0-B9AC-8B9B74050757}" type="presParOf" srcId="{97F6DB81-98A1-4FB2-899C-2FD6C5EE57B3}" destId="{AB6F160B-7361-404F-A2C8-BB4B6AFAF62B}" srcOrd="0" destOrd="0" presId="urn:microsoft.com/office/officeart/2017/3/layout/HorizontalPathTimeline"/>
    <dgm:cxn modelId="{4256CF58-397D-4352-88D8-D7D19D732D2E}" type="presParOf" srcId="{97F6DB81-98A1-4FB2-899C-2FD6C5EE57B3}" destId="{5528438F-AC0D-42D8-9FEF-003329B85579}" srcOrd="1" destOrd="0" presId="urn:microsoft.com/office/officeart/2017/3/layout/HorizontalPathTimeline"/>
    <dgm:cxn modelId="{5D84B3EF-91B8-42A4-BEAB-9F3A7F29755B}" type="presParOf" srcId="{5528438F-AC0D-42D8-9FEF-003329B85579}" destId="{DA042B63-EAFB-444D-830F-BEDB0F3F3FF7}" srcOrd="0" destOrd="0" presId="urn:microsoft.com/office/officeart/2017/3/layout/HorizontalPathTimeline"/>
    <dgm:cxn modelId="{8CDE1395-666D-4048-8FE4-6788EB406AE0}" type="presParOf" srcId="{DA042B63-EAFB-444D-830F-BEDB0F3F3FF7}" destId="{B6F177B0-3E3A-4A3E-9805-8A96C3EFAE2E}" srcOrd="0" destOrd="0" presId="urn:microsoft.com/office/officeart/2017/3/layout/HorizontalPathTimeline"/>
    <dgm:cxn modelId="{A9757B2B-B2C6-46E0-9C68-D95DE515C32C}" type="presParOf" srcId="{DA042B63-EAFB-444D-830F-BEDB0F3F3FF7}" destId="{7C3E4E7D-6540-4F27-B164-C4569C40975E}" srcOrd="1" destOrd="0" presId="urn:microsoft.com/office/officeart/2017/3/layout/HorizontalPathTimeline"/>
    <dgm:cxn modelId="{D04F4A76-A744-456A-98D9-82F1020F544E}" type="presParOf" srcId="{7C3E4E7D-6540-4F27-B164-C4569C40975E}" destId="{19AC0878-C498-435B-AE66-2156C848368E}" srcOrd="0" destOrd="0" presId="urn:microsoft.com/office/officeart/2017/3/layout/HorizontalPathTimeline"/>
    <dgm:cxn modelId="{C0D9C956-05E1-49CE-BF0F-9752E3809375}" type="presParOf" srcId="{7C3E4E7D-6540-4F27-B164-C4569C40975E}" destId="{AA3C4FCA-EB52-4C86-97D4-4274F8C04495}" srcOrd="1" destOrd="0" presId="urn:microsoft.com/office/officeart/2017/3/layout/HorizontalPathTimeline"/>
    <dgm:cxn modelId="{D9917A79-6237-40E7-BC1C-24AB2A22C7DB}" type="presParOf" srcId="{DA042B63-EAFB-444D-830F-BEDB0F3F3FF7}" destId="{D870C51B-0C42-440B-9B30-123C5C58C3D5}" srcOrd="2" destOrd="0" presId="urn:microsoft.com/office/officeart/2017/3/layout/HorizontalPathTimeline"/>
    <dgm:cxn modelId="{098E708C-C306-4652-8DCD-41FEAB1AC129}" type="presParOf" srcId="{DA042B63-EAFB-444D-830F-BEDB0F3F3FF7}" destId="{F7F9A691-2A83-4B74-97B8-34207E850E5D}" srcOrd="3" destOrd="0" presId="urn:microsoft.com/office/officeart/2017/3/layout/HorizontalPathTimeline"/>
    <dgm:cxn modelId="{895FDB81-A833-4882-B19F-3667DEA21F02}" type="presParOf" srcId="{DA042B63-EAFB-444D-830F-BEDB0F3F3FF7}" destId="{EAD95A8F-4FC7-4C72-BD8D-271897F56283}" srcOrd="4" destOrd="0" presId="urn:microsoft.com/office/officeart/2017/3/layout/HorizontalPathTimeline"/>
    <dgm:cxn modelId="{9999D296-AA36-46EB-8041-13862C062EE6}" type="presParOf" srcId="{5528438F-AC0D-42D8-9FEF-003329B85579}" destId="{EAADFF96-C0C5-4290-8CE9-8FB684570803}" srcOrd="1" destOrd="0" presId="urn:microsoft.com/office/officeart/2017/3/layout/HorizontalPathTimeline"/>
    <dgm:cxn modelId="{652A78C4-8601-4D2E-81F5-4C7D16DB9DAC}" type="presParOf" srcId="{5528438F-AC0D-42D8-9FEF-003329B85579}" destId="{0EB0850B-D2B0-4196-B05F-4FBC0E83578D}" srcOrd="2" destOrd="0" presId="urn:microsoft.com/office/officeart/2017/3/layout/HorizontalPathTimeline"/>
    <dgm:cxn modelId="{2DA35C38-673D-4D3C-A2CF-C7B5EC135A63}" type="presParOf" srcId="{0EB0850B-D2B0-4196-B05F-4FBC0E83578D}" destId="{71198A24-7A66-4FAC-959E-F90DAB7EF60D}" srcOrd="0" destOrd="0" presId="urn:microsoft.com/office/officeart/2017/3/layout/HorizontalPathTimeline"/>
    <dgm:cxn modelId="{5B6B7877-1028-43A2-8A09-C173EDA380D5}" type="presParOf" srcId="{0EB0850B-D2B0-4196-B05F-4FBC0E83578D}" destId="{DC34B647-68A7-4F28-8429-2581A438DCEF}" srcOrd="1" destOrd="0" presId="urn:microsoft.com/office/officeart/2017/3/layout/HorizontalPathTimeline"/>
    <dgm:cxn modelId="{6775C50B-89E4-455E-9EE6-114C08820EAF}" type="presParOf" srcId="{DC34B647-68A7-4F28-8429-2581A438DCEF}" destId="{3267208F-A482-48AA-80D7-83B7B7FA1522}" srcOrd="0" destOrd="0" presId="urn:microsoft.com/office/officeart/2017/3/layout/HorizontalPathTimeline"/>
    <dgm:cxn modelId="{5EC7DC01-A511-4722-A768-CE65487F2977}" type="presParOf" srcId="{DC34B647-68A7-4F28-8429-2581A438DCEF}" destId="{2A48068A-8804-470B-AE45-85EED09FDAD2}" srcOrd="1" destOrd="0" presId="urn:microsoft.com/office/officeart/2017/3/layout/HorizontalPathTimeline"/>
    <dgm:cxn modelId="{D706E525-A37B-48DB-BC98-B27C52A5B4C3}" type="presParOf" srcId="{0EB0850B-D2B0-4196-B05F-4FBC0E83578D}" destId="{65BED347-DA20-4FC4-AB5B-D89F63528FAB}" srcOrd="2" destOrd="0" presId="urn:microsoft.com/office/officeart/2017/3/layout/HorizontalPathTimeline"/>
    <dgm:cxn modelId="{64E14AEE-BEDB-495C-BCE8-19CF1521B782}" type="presParOf" srcId="{0EB0850B-D2B0-4196-B05F-4FBC0E83578D}" destId="{26FDE22B-0E3A-4FD7-B85E-1932208578D3}" srcOrd="3" destOrd="0" presId="urn:microsoft.com/office/officeart/2017/3/layout/HorizontalPathTimeline"/>
    <dgm:cxn modelId="{A7364D12-3181-48A0-BC48-238B50D1F4DB}" type="presParOf" srcId="{0EB0850B-D2B0-4196-B05F-4FBC0E83578D}" destId="{CC89A324-C0B2-4B54-A918-E000B590BF9E}" srcOrd="4" destOrd="0" presId="urn:microsoft.com/office/officeart/2017/3/layout/HorizontalPathTimeline"/>
    <dgm:cxn modelId="{7DE7C39B-1F1C-4CD1-B3A8-BB4EDA70741A}" type="presParOf" srcId="{5528438F-AC0D-42D8-9FEF-003329B85579}" destId="{D229D15B-99CF-4818-98D6-893124201465}" srcOrd="3" destOrd="0" presId="urn:microsoft.com/office/officeart/2017/3/layout/HorizontalPathTimeline"/>
    <dgm:cxn modelId="{C9FD2DF9-708C-4AAF-A9AA-62599D5D41E7}" type="presParOf" srcId="{5528438F-AC0D-42D8-9FEF-003329B85579}" destId="{4F21643F-96CC-453F-8E47-09216CCE15C4}" srcOrd="4" destOrd="0" presId="urn:microsoft.com/office/officeart/2017/3/layout/HorizontalPathTimeline"/>
    <dgm:cxn modelId="{BBE12824-CBE3-494E-BB90-7F2D573CD044}" type="presParOf" srcId="{4F21643F-96CC-453F-8E47-09216CCE15C4}" destId="{35AC877C-8841-46DE-97F8-B5316895668F}" srcOrd="0" destOrd="0" presId="urn:microsoft.com/office/officeart/2017/3/layout/HorizontalPathTimeline"/>
    <dgm:cxn modelId="{4EC84C53-46AE-4F80-BB3E-5167DC32EC48}" type="presParOf" srcId="{4F21643F-96CC-453F-8E47-09216CCE15C4}" destId="{F9846E43-A36E-40F3-A666-B92360A3141F}" srcOrd="1" destOrd="0" presId="urn:microsoft.com/office/officeart/2017/3/layout/HorizontalPathTimeline"/>
    <dgm:cxn modelId="{048F648B-163C-4611-B6C6-C68D8F450EA2}" type="presParOf" srcId="{F9846E43-A36E-40F3-A666-B92360A3141F}" destId="{756626F4-DB78-428E-BCAA-C88B3B0E02CD}" srcOrd="0" destOrd="0" presId="urn:microsoft.com/office/officeart/2017/3/layout/HorizontalPathTimeline"/>
    <dgm:cxn modelId="{85DFB67C-A05B-47B4-8C12-628F716DF554}" type="presParOf" srcId="{F9846E43-A36E-40F3-A666-B92360A3141F}" destId="{755F8E77-A543-4992-B012-EF0A02AF30E2}" srcOrd="1" destOrd="0" presId="urn:microsoft.com/office/officeart/2017/3/layout/HorizontalPathTimeline"/>
    <dgm:cxn modelId="{B269DADA-D2A3-4FD1-A0EE-007D768FD88C}" type="presParOf" srcId="{4F21643F-96CC-453F-8E47-09216CCE15C4}" destId="{62C24EC3-2791-451C-8A01-EDDB1F71B36A}" srcOrd="2" destOrd="0" presId="urn:microsoft.com/office/officeart/2017/3/layout/HorizontalPathTimeline"/>
    <dgm:cxn modelId="{946FD61E-5710-4E9B-A9AA-F91F6F8BBB6C}" type="presParOf" srcId="{4F21643F-96CC-453F-8E47-09216CCE15C4}" destId="{FDFD31DA-123E-47F6-8DD0-1828AE87791B}" srcOrd="3" destOrd="0" presId="urn:microsoft.com/office/officeart/2017/3/layout/HorizontalPathTimeline"/>
    <dgm:cxn modelId="{9126C4D8-FF4B-4174-A615-8FA7E29C3249}" type="presParOf" srcId="{4F21643F-96CC-453F-8E47-09216CCE15C4}" destId="{22B78A3F-6001-4311-A83B-C373E058579C}" srcOrd="4" destOrd="0" presId="urn:microsoft.com/office/officeart/2017/3/layout/HorizontalPath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177B0-3E3A-4A3E-9805-8A96C3EFAE2E}">
      <dsp:nvSpPr>
        <dsp:cNvPr id="0" name=""/>
        <dsp:cNvSpPr/>
      </dsp:nvSpPr>
      <dsp:spPr>
        <a:xfrm>
          <a:off x="429833" y="2083975"/>
          <a:ext cx="3438667" cy="4385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endParaRPr lang="en-US" sz="2000" kern="1200" dirty="0"/>
        </a:p>
      </dsp:txBody>
      <dsp:txXfrm>
        <a:off x="429833" y="2083975"/>
        <a:ext cx="3438667" cy="438527"/>
      </dsp:txXfrm>
    </dsp:sp>
    <dsp:sp modelId="{AB6F160B-7361-404F-A2C8-BB4B6AFAF62B}">
      <dsp:nvSpPr>
        <dsp:cNvPr id="0" name=""/>
        <dsp:cNvSpPr/>
      </dsp:nvSpPr>
      <dsp:spPr>
        <a:xfrm>
          <a:off x="0" y="1862771"/>
          <a:ext cx="8596668" cy="155230"/>
        </a:xfrm>
        <a:prstGeom prst="rect">
          <a:avLst/>
        </a:prstGeom>
        <a:solidFill>
          <a:schemeClr val="accent2">
            <a:hueOff val="0"/>
            <a:satOff val="0"/>
            <a:lumOff val="0"/>
            <a:alphaOff val="0"/>
          </a:schemeClr>
        </a:solidFill>
        <a:ln w="53975" cap="flat" cmpd="dbl"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19AC0878-C498-435B-AE66-2156C848368E}">
      <dsp:nvSpPr>
        <dsp:cNvPr id="0" name=""/>
        <dsp:cNvSpPr/>
      </dsp:nvSpPr>
      <dsp:spPr>
        <a:xfrm>
          <a:off x="257900" y="661671"/>
          <a:ext cx="3782533" cy="541367"/>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kern="1200" dirty="0"/>
            <a:t>Before covid</a:t>
          </a:r>
          <a:endParaRPr lang="en-AU" sz="1500" kern="1200" dirty="0"/>
        </a:p>
      </dsp:txBody>
      <dsp:txXfrm>
        <a:off x="257900" y="661671"/>
        <a:ext cx="3782533" cy="541367"/>
      </dsp:txXfrm>
    </dsp:sp>
    <dsp:sp modelId="{D870C51B-0C42-440B-9B30-123C5C58C3D5}">
      <dsp:nvSpPr>
        <dsp:cNvPr id="0" name=""/>
        <dsp:cNvSpPr/>
      </dsp:nvSpPr>
      <dsp:spPr>
        <a:xfrm>
          <a:off x="2149167" y="1203039"/>
          <a:ext cx="0" cy="659731"/>
        </a:xfrm>
        <a:prstGeom prst="line">
          <a:avLst/>
        </a:prstGeom>
        <a:solidFill>
          <a:schemeClr val="accent2">
            <a:hueOff val="0"/>
            <a:satOff val="0"/>
            <a:lumOff val="0"/>
            <a:alphaOff val="0"/>
          </a:schemeClr>
        </a:solidFill>
        <a:ln w="6350" cap="flat" cmpd="sng" algn="ctr">
          <a:solidFill>
            <a:schemeClr val="accent2">
              <a:hueOff val="0"/>
              <a:satOff val="0"/>
              <a:lumOff val="0"/>
              <a:alphaOff val="0"/>
            </a:schemeClr>
          </a:solidFill>
          <a:prstDash val="dash"/>
        </a:ln>
        <a:effectLst/>
      </dsp:spPr>
      <dsp:style>
        <a:lnRef idx="2">
          <a:scrgbClr r="0" g="0" b="0"/>
        </a:lnRef>
        <a:fillRef idx="1">
          <a:scrgbClr r="0" g="0" b="0"/>
        </a:fillRef>
        <a:effectRef idx="1">
          <a:scrgbClr r="0" g="0" b="0"/>
        </a:effectRef>
        <a:fontRef idx="minor">
          <a:schemeClr val="lt1"/>
        </a:fontRef>
      </dsp:style>
    </dsp:sp>
    <dsp:sp modelId="{71198A24-7A66-4FAC-959E-F90DAB7EF60D}">
      <dsp:nvSpPr>
        <dsp:cNvPr id="0" name=""/>
        <dsp:cNvSpPr/>
      </dsp:nvSpPr>
      <dsp:spPr>
        <a:xfrm>
          <a:off x="2579000" y="1358270"/>
          <a:ext cx="3438667" cy="4385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dirty="0"/>
            <a:t>Mar. 2020 – Dec. 2022</a:t>
          </a:r>
        </a:p>
      </dsp:txBody>
      <dsp:txXfrm>
        <a:off x="2579000" y="1358270"/>
        <a:ext cx="3438667" cy="438527"/>
      </dsp:txXfrm>
    </dsp:sp>
    <dsp:sp modelId="{3267208F-A482-48AA-80D7-83B7B7FA1522}">
      <dsp:nvSpPr>
        <dsp:cNvPr id="0" name=""/>
        <dsp:cNvSpPr/>
      </dsp:nvSpPr>
      <dsp:spPr>
        <a:xfrm>
          <a:off x="2407067" y="2677733"/>
          <a:ext cx="3782533" cy="541367"/>
        </a:xfrm>
        <a:prstGeom prst="rect">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kern="1200"/>
            <a:t>(COVID shock)</a:t>
          </a:r>
        </a:p>
      </dsp:txBody>
      <dsp:txXfrm>
        <a:off x="2407067" y="2677733"/>
        <a:ext cx="3782533" cy="541367"/>
      </dsp:txXfrm>
    </dsp:sp>
    <dsp:sp modelId="{65BED347-DA20-4FC4-AB5B-D89F63528FAB}">
      <dsp:nvSpPr>
        <dsp:cNvPr id="0" name=""/>
        <dsp:cNvSpPr/>
      </dsp:nvSpPr>
      <dsp:spPr>
        <a:xfrm>
          <a:off x="4298334" y="2018001"/>
          <a:ext cx="0" cy="659731"/>
        </a:xfrm>
        <a:prstGeom prst="line">
          <a:avLst/>
        </a:prstGeom>
        <a:solidFill>
          <a:schemeClr val="accent3">
            <a:hueOff val="0"/>
            <a:satOff val="0"/>
            <a:lumOff val="0"/>
            <a:alphaOff val="0"/>
          </a:schemeClr>
        </a:solidFill>
        <a:ln w="6350" cap="flat" cmpd="sng" algn="ctr">
          <a:solidFill>
            <a:schemeClr val="accent3">
              <a:hueOff val="0"/>
              <a:satOff val="0"/>
              <a:lumOff val="0"/>
              <a:alphaOff val="0"/>
            </a:schemeClr>
          </a:solidFill>
          <a:prstDash val="dash"/>
        </a:ln>
        <a:effectLst/>
      </dsp:spPr>
      <dsp:style>
        <a:lnRef idx="2">
          <a:scrgbClr r="0" g="0" b="0"/>
        </a:lnRef>
        <a:fillRef idx="1">
          <a:scrgbClr r="0" g="0" b="0"/>
        </a:fillRef>
        <a:effectRef idx="1">
          <a:scrgbClr r="0" g="0" b="0"/>
        </a:effectRef>
        <a:fontRef idx="minor">
          <a:schemeClr val="lt1"/>
        </a:fontRef>
      </dsp:style>
    </dsp:sp>
    <dsp:sp modelId="{F7F9A691-2A83-4B74-97B8-34207E850E5D}">
      <dsp:nvSpPr>
        <dsp:cNvPr id="0" name=""/>
        <dsp:cNvSpPr/>
      </dsp:nvSpPr>
      <dsp:spPr>
        <a:xfrm>
          <a:off x="2100657" y="1891876"/>
          <a:ext cx="97019" cy="97019"/>
        </a:xfrm>
        <a:prstGeom prst="ellipse">
          <a:avLst/>
        </a:prstGeom>
        <a:solidFill>
          <a:schemeClr val="lt1">
            <a:alpha val="90000"/>
            <a:hueOff val="0"/>
            <a:satOff val="0"/>
            <a:lumOff val="0"/>
            <a:alphaOff val="0"/>
          </a:schemeClr>
        </a:solidFill>
        <a:ln w="19050" cap="flat" cmpd="sng" algn="ctr">
          <a:noFill/>
          <a:prstDash val="solid"/>
        </a:ln>
        <a:effectLst/>
      </dsp:spPr>
      <dsp:style>
        <a:lnRef idx="2">
          <a:scrgbClr r="0" g="0" b="0"/>
        </a:lnRef>
        <a:fillRef idx="1">
          <a:scrgbClr r="0" g="0" b="0"/>
        </a:fillRef>
        <a:effectRef idx="0">
          <a:scrgbClr r="0" g="0" b="0"/>
        </a:effectRef>
        <a:fontRef idx="minor"/>
      </dsp:style>
    </dsp:sp>
    <dsp:sp modelId="{26FDE22B-0E3A-4FD7-B85E-1932208578D3}">
      <dsp:nvSpPr>
        <dsp:cNvPr id="0" name=""/>
        <dsp:cNvSpPr/>
      </dsp:nvSpPr>
      <dsp:spPr>
        <a:xfrm>
          <a:off x="4249824" y="1891876"/>
          <a:ext cx="97019" cy="97019"/>
        </a:xfrm>
        <a:prstGeom prst="ellipse">
          <a:avLst/>
        </a:prstGeom>
        <a:solidFill>
          <a:schemeClr val="lt1">
            <a:alpha val="90000"/>
            <a:hueOff val="0"/>
            <a:satOff val="0"/>
            <a:lumOff val="0"/>
            <a:alphaOff val="0"/>
          </a:schemeClr>
        </a:solidFill>
        <a:ln w="19050" cap="flat" cmpd="sng" algn="ctr">
          <a:noFill/>
          <a:prstDash val="solid"/>
        </a:ln>
        <a:effectLst/>
      </dsp:spPr>
      <dsp:style>
        <a:lnRef idx="2">
          <a:scrgbClr r="0" g="0" b="0"/>
        </a:lnRef>
        <a:fillRef idx="1">
          <a:scrgbClr r="0" g="0" b="0"/>
        </a:fillRef>
        <a:effectRef idx="0">
          <a:scrgbClr r="0" g="0" b="0"/>
        </a:effectRef>
        <a:fontRef idx="minor"/>
      </dsp:style>
    </dsp:sp>
    <dsp:sp modelId="{35AC877C-8841-46DE-97F8-B5316895668F}">
      <dsp:nvSpPr>
        <dsp:cNvPr id="0" name=""/>
        <dsp:cNvSpPr/>
      </dsp:nvSpPr>
      <dsp:spPr>
        <a:xfrm>
          <a:off x="4728167" y="2083975"/>
          <a:ext cx="3438667" cy="4385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endParaRPr lang="en-US" sz="2000" kern="1200" dirty="0"/>
        </a:p>
      </dsp:txBody>
      <dsp:txXfrm>
        <a:off x="4728167" y="2083975"/>
        <a:ext cx="3438667" cy="438527"/>
      </dsp:txXfrm>
    </dsp:sp>
    <dsp:sp modelId="{756626F4-DB78-428E-BCAA-C88B3B0E02CD}">
      <dsp:nvSpPr>
        <dsp:cNvPr id="0" name=""/>
        <dsp:cNvSpPr/>
      </dsp:nvSpPr>
      <dsp:spPr>
        <a:xfrm>
          <a:off x="4556234" y="661671"/>
          <a:ext cx="3782533" cy="541367"/>
        </a:xfrm>
        <a:prstGeom prst="rect">
          <a:avLst/>
        </a:prstGeom>
        <a:solidFill>
          <a:schemeClr val="accent4">
            <a:tint val="40000"/>
            <a:alpha val="90000"/>
            <a:hueOff val="0"/>
            <a:satOff val="0"/>
            <a:lumOff val="0"/>
            <a:alphaOff val="0"/>
          </a:schemeClr>
        </a:solidFill>
        <a:ln w="1905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kern="1200" dirty="0"/>
            <a:t>After covid</a:t>
          </a:r>
        </a:p>
      </dsp:txBody>
      <dsp:txXfrm>
        <a:off x="4556234" y="661671"/>
        <a:ext cx="3782533" cy="541367"/>
      </dsp:txXfrm>
    </dsp:sp>
    <dsp:sp modelId="{62C24EC3-2791-451C-8A01-EDDB1F71B36A}">
      <dsp:nvSpPr>
        <dsp:cNvPr id="0" name=""/>
        <dsp:cNvSpPr/>
      </dsp:nvSpPr>
      <dsp:spPr>
        <a:xfrm>
          <a:off x="6447501" y="1203039"/>
          <a:ext cx="0" cy="659731"/>
        </a:xfrm>
        <a:prstGeom prst="line">
          <a:avLst/>
        </a:prstGeom>
        <a:solidFill>
          <a:schemeClr val="accent4">
            <a:hueOff val="0"/>
            <a:satOff val="0"/>
            <a:lumOff val="0"/>
            <a:alphaOff val="0"/>
          </a:schemeClr>
        </a:solidFill>
        <a:ln w="6350" cap="flat" cmpd="sng" algn="ctr">
          <a:solidFill>
            <a:schemeClr val="accent4">
              <a:hueOff val="0"/>
              <a:satOff val="0"/>
              <a:lumOff val="0"/>
              <a:alphaOff val="0"/>
            </a:schemeClr>
          </a:solidFill>
          <a:prstDash val="dash"/>
        </a:ln>
        <a:effectLst/>
      </dsp:spPr>
      <dsp:style>
        <a:lnRef idx="2">
          <a:scrgbClr r="0" g="0" b="0"/>
        </a:lnRef>
        <a:fillRef idx="1">
          <a:scrgbClr r="0" g="0" b="0"/>
        </a:fillRef>
        <a:effectRef idx="1">
          <a:scrgbClr r="0" g="0" b="0"/>
        </a:effectRef>
        <a:fontRef idx="minor">
          <a:schemeClr val="lt1"/>
        </a:fontRef>
      </dsp:style>
    </dsp:sp>
    <dsp:sp modelId="{FDFD31DA-123E-47F6-8DD0-1828AE87791B}">
      <dsp:nvSpPr>
        <dsp:cNvPr id="0" name=""/>
        <dsp:cNvSpPr/>
      </dsp:nvSpPr>
      <dsp:spPr>
        <a:xfrm>
          <a:off x="6398991" y="1891876"/>
          <a:ext cx="97019" cy="97019"/>
        </a:xfrm>
        <a:prstGeom prst="ellipse">
          <a:avLst/>
        </a:prstGeom>
        <a:solidFill>
          <a:schemeClr val="lt1">
            <a:alpha val="90000"/>
            <a:hueOff val="0"/>
            <a:satOff val="0"/>
            <a:lumOff val="0"/>
            <a:alphaOff val="0"/>
          </a:schemeClr>
        </a:solidFill>
        <a:ln w="19050" cap="flat" cmpd="sng" algn="ctr">
          <a:no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17/3/layout/HorizontalPathTimeline">
  <dgm:title val="Horizontal Path Timeline"/>
  <dgm:desc val="Use to show a list of events in chronological order. The rectangular shape contains the description while the date is shown near the circular dot along the time line. It's the perfect SmartArt for displaying large amount of text with a short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refType="h" fact="0.04"/>
      <dgm:constr type="ctrY" for="ch" forName="divider" refType="h" fact="0.5"/>
      <dgm:constr type="l" for="ch" forName="divider"/>
      <dgm:constr type="w" for="ch" forName="nodes" refType="w"/>
      <dgm:constr type="h" for="ch" forName="nodes" refType="h"/>
    </dgm:constrLst>
    <dgm:layoutNode name="divider" styleLbl="node1">
      <dgm:alg type="sp"/>
      <dgm:shape xmlns:r="http://schemas.openxmlformats.org/officeDocument/2006/relationships" type="rect" r:blip="" zOrderOff="2">
        <dgm:adjLst/>
      </dgm:shap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
                <dgm:constr type="l" for="ch" forName="L1TextContainer" refType="w" fact="0.1"/>
                <dgm:constr type="t" for="ch" forName="L1TextContainer" refType="h" fact="0.537"/>
                <dgm:constr type="h" for="ch" forName="L1TextContainer" refType="h" fact="0.113"/>
                <dgm:constr type="w" for="ch" forName="L2TextContainerWrapper" refType="w" fact="0.88"/>
                <dgm:constr type="h" for="ch" forName="L2TextContainerWrapper" refType="h" fact="0.31"/>
                <dgm:constr type="b" for="ch" forName="L2TextContainerWrapper" refType="h" fact="0.31"/>
                <dgm:constr type="l" for="ch" forName="L2TextContainerWrapper" refType="w" fact="0.06"/>
                <dgm:constr type="w" for="ch" forName="ConnectLine"/>
                <dgm:constr type="l" for="ch" forName="ConnectLine" refType="w" fact="0.5"/>
                <dgm:constr type="h" for="ch" forName="ConnectLine" refType="h" fact="0.17"/>
                <dgm:constr type="t" for="ch" forName="ConnectLine" refType="h" fact="0.31"/>
                <dgm:constr type="w" for="ch" forName="ConnectorPoint" refType="h" fact="0.025"/>
                <dgm:constr type="h" for="ch" forName="ConnectorPoint" refType="h" fact="0.02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
                <dgm:constr type="l" for="ch" forName="L1TextContainer" refType="w" fact="0.1"/>
                <dgm:constr type="t" for="ch" forName="L1TextContainer" refType="h" fact="0.35"/>
                <dgm:constr type="h" for="ch" forName="L1TextContainer" refType="h" fact="0.113"/>
                <dgm:constr type="w" for="ch" forName="L2TextContainerWrapper" refType="w" fact="0.88"/>
                <dgm:constr type="h" for="ch" forName="L2TextContainerWrapper" refType="h" fact="0.31"/>
                <dgm:constr type="t" for="ch" forName="L2TextContainerWrapper" refType="h" fact="0.69"/>
                <dgm:constr type="l" for="ch" forName="L2TextContainerWrapper" refType="w" fact="0.06"/>
                <dgm:constr type="w" for="ch" forName="ConnectLine"/>
                <dgm:constr type="l" for="ch" forName="ConnectLine" refType="w" fact="0.5"/>
                <dgm:constr type="h" for="ch" forName="ConnectLine" refType="h" fact="0.17"/>
                <dgm:constr type="t" for="ch" forName="ConnectLine" refType="h" fact="0.52"/>
                <dgm:constr type="w" for="ch" forName="ConnectorPoint" refType="h" fact="0.025"/>
                <dgm:constr type="h" for="ch" forName="ConnectorPoint" refType="h" fact="0.02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styleLbl="bgAccFollowNode1">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45"/>
                  <dgm:constr type="b" for="ch" forName="L2TextContainer" refType="h"/>
                  <dgm:constr type="h" for="ch" forName="FlexibleEmptyPlaceHolder" refType="h" fact="0.55"/>
                </dgm:constrLst>
              </dgm:if>
              <dgm:else name="CaseForPlacingL2TextContaineBelowDivider">
                <dgm:constrLst>
                  <dgm:constr type="h" for="ch" forName="L2TextContainer" refType="h" fact="0.45"/>
                  <dgm:constr type="h" for="ch" forName="FlexibleEmptyPlaceHolder" refType="h" fact="0.55"/>
                  <dgm:constr type="b" for="ch" forName="FlexibleEmptyPlaceHolder" refType="h"/>
                </dgm:constrLst>
              </dgm:else>
            </dgm:choose>
            <dgm:layoutNode name="L2TextContainer" styleLbl="bgAccFollowNode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ect" r:blip="">
                <dgm:adjLst/>
              </dgm:shape>
              <dgm:presOf axis="des" ptType="node"/>
              <dgm:constrLst>
                <dgm:constr type="lMarg" refType="primFontSz" fact="0.75"/>
                <dgm:constr type="rMarg" refType="primFontSz" fact="0.75"/>
                <dgm:constr type="tMarg" refType="primFontSz" fact="0.75"/>
                <dgm:constr type="bMarg" refType="primFontSz" fact="0.75"/>
              </dgm:constrLst>
              <dgm:ruleLst>
                <dgm:rule type="h" val="INF" fact="NaN" max="NaN"/>
                <dgm:rule type="primFontSz" val="11" fact="NaN" max="NaN"/>
                <dgm:rule type="secFontSz" val="9"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alignNode1" moveWith="L2TextContainer">
            <dgm:alg type="sp"/>
            <dgm:shape xmlns:r="http://schemas.openxmlformats.org/officeDocument/2006/relationships" type="line" r:blip="" zOrderOff="-1">
              <dgm:adjLst/>
              <dgm:extLst>
                <a:ext uri="{B698B0E9-8C71-41B9-8309-B3DCBF30829C}">
                  <dgm1612:spPr xmlns:dgm1612="http://schemas.microsoft.com/office/drawing/2016/12/diagram">
                    <a:ln w="6350">
                      <a:prstDash val="dash"/>
                    </a:ln>
                  </dgm1612:spPr>
                </a:ext>
              </dgm:extLst>
            </dgm:shape>
            <dgm:presOf/>
            <dgm:constrLst/>
          </dgm:layoutNode>
          <dgm:layoutNode name="ConnectorPoint" styleLbl="fgAcc1" moveWith="L2TextContainer">
            <dgm:alg type="sp"/>
            <dgm:shape xmlns:r="http://schemas.openxmlformats.org/officeDocument/2006/relationships" type="ellipse" r:blip="" zOrderOff="10">
              <dgm:adjLst/>
              <dgm:extLst>
                <a:ext uri="{B698B0E9-8C71-41B9-8309-B3DCBF30829C}">
                  <dgm1612:spPr xmlns:dgm1612="http://schemas.microsoft.com/office/drawing/2016/12/diagram">
                    <a:ln>
                      <a:noFill/>
                    </a:ln>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C45E872-1A40-4FE7-986C-59F628C1EA5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B9F5374-08E9-4C85-B7A7-3F19604B53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AEA06F1-B57D-406B-8F09-B1FDC0D0B1F3}" type="datetimeFigureOut">
              <a:rPr lang="en-US" smtClean="0"/>
              <a:t>6/17/2025</a:t>
            </a:fld>
            <a:endParaRPr lang="en-US" dirty="0"/>
          </a:p>
        </p:txBody>
      </p:sp>
      <p:sp>
        <p:nvSpPr>
          <p:cNvPr id="4" name="Footer Placeholder 3">
            <a:extLst>
              <a:ext uri="{FF2B5EF4-FFF2-40B4-BE49-F238E27FC236}">
                <a16:creationId xmlns:a16="http://schemas.microsoft.com/office/drawing/2014/main" id="{937FACC5-BCFD-4649-8006-C71939BACE6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DD146B17-7076-4944-A4A2-FD49936A332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7EDE44-B1FC-494A-A972-62DC7CABB271}" type="slidenum">
              <a:rPr lang="en-US" smtClean="0"/>
              <a:t>‹#›</a:t>
            </a:fld>
            <a:endParaRPr lang="en-US" dirty="0"/>
          </a:p>
        </p:txBody>
      </p:sp>
    </p:spTree>
    <p:extLst>
      <p:ext uri="{BB962C8B-B14F-4D97-AF65-F5344CB8AC3E}">
        <p14:creationId xmlns:p14="http://schemas.microsoft.com/office/powerpoint/2010/main" val="705689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37F2BD-238E-42D0-B670-F788A50DBDE8}" type="datetimeFigureOut">
              <a:rPr lang="en-US" smtClean="0"/>
              <a:t>6/17/2025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E8DF69-FFB1-4D3A-9D8C-5887E79674D9}" type="slidenum">
              <a:rPr lang="en-US" smtClean="0"/>
              <a:t>‹#›</a:t>
            </a:fld>
            <a:endParaRPr lang="en-US" dirty="0"/>
          </a:p>
        </p:txBody>
      </p:sp>
    </p:spTree>
    <p:extLst>
      <p:ext uri="{BB962C8B-B14F-4D97-AF65-F5344CB8AC3E}">
        <p14:creationId xmlns:p14="http://schemas.microsoft.com/office/powerpoint/2010/main" val="37664761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E8DF69-FFB1-4D3A-9D8C-5887E79674D9}" type="slidenum">
              <a:rPr lang="en-US" smtClean="0"/>
              <a:t>1</a:t>
            </a:fld>
            <a:endParaRPr lang="en-US" dirty="0"/>
          </a:p>
        </p:txBody>
      </p:sp>
    </p:spTree>
    <p:extLst>
      <p:ext uri="{BB962C8B-B14F-4D97-AF65-F5344CB8AC3E}">
        <p14:creationId xmlns:p14="http://schemas.microsoft.com/office/powerpoint/2010/main" val="13045575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E8DF69-FFB1-4D3A-9D8C-5887E79674D9}" type="slidenum">
              <a:rPr lang="en-US" smtClean="0"/>
              <a:t>2</a:t>
            </a:fld>
            <a:endParaRPr lang="en-US" dirty="0"/>
          </a:p>
        </p:txBody>
      </p:sp>
    </p:spTree>
    <p:extLst>
      <p:ext uri="{BB962C8B-B14F-4D97-AF65-F5344CB8AC3E}">
        <p14:creationId xmlns:p14="http://schemas.microsoft.com/office/powerpoint/2010/main" val="12720894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E8DF69-FFB1-4D3A-9D8C-5887E79674D9}" type="slidenum">
              <a:rPr lang="en-US" smtClean="0"/>
              <a:t>17</a:t>
            </a:fld>
            <a:endParaRPr lang="en-US" dirty="0"/>
          </a:p>
        </p:txBody>
      </p:sp>
    </p:spTree>
    <p:extLst>
      <p:ext uri="{BB962C8B-B14F-4D97-AF65-F5344CB8AC3E}">
        <p14:creationId xmlns:p14="http://schemas.microsoft.com/office/powerpoint/2010/main" val="32851396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noProof="0"/>
              <a:t>Click to edit Master title style</a:t>
            </a:r>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noProof="0"/>
              <a:t>Click to edit Master subtitle style</a:t>
            </a:r>
          </a:p>
        </p:txBody>
      </p:sp>
      <p:sp>
        <p:nvSpPr>
          <p:cNvPr id="4" name="Date Placeholder 3"/>
          <p:cNvSpPr>
            <a:spLocks noGrp="1"/>
          </p:cNvSpPr>
          <p:nvPr>
            <p:ph type="dt" sz="half" idx="10"/>
          </p:nvPr>
        </p:nvSpPr>
        <p:spPr/>
        <p:txBody>
          <a:bodyPr/>
          <a:lstStyle>
            <a:lvl1pPr>
              <a:defRPr>
                <a:solidFill>
                  <a:srgbClr val="FFFFFF"/>
                </a:solidFill>
              </a:defRPr>
            </a:lvl1pPr>
          </a:lstStyle>
          <a:p>
            <a:fld id="{9AB3A824-1A51-4B26-AD58-A6D8E14F6C04}" type="datetimeFigureOut">
              <a:rPr lang="en-US" noProof="0" smtClean="0"/>
              <a:t>6/17/2025</a:t>
            </a:fld>
            <a:endParaRPr lang="en-US" noProof="0" dirty="0"/>
          </a:p>
        </p:txBody>
      </p:sp>
      <p:sp>
        <p:nvSpPr>
          <p:cNvPr id="5" name="Footer Placeholder 4"/>
          <p:cNvSpPr>
            <a:spLocks noGrp="1"/>
          </p:cNvSpPr>
          <p:nvPr>
            <p:ph type="ftr" sz="quarter" idx="11"/>
          </p:nvPr>
        </p:nvSpPr>
        <p:spPr/>
        <p:txBody>
          <a:bodyPr/>
          <a:lstStyle>
            <a:lvl1pPr>
              <a:defRPr>
                <a:solidFill>
                  <a:srgbClr val="FFFFFF"/>
                </a:solidFill>
              </a:defRPr>
            </a:lvl1pPr>
          </a:lstStyle>
          <a:p>
            <a:r>
              <a:rPr lang="en-US" noProof="0" dirty="0"/>
              <a:t>
              </a:t>
            </a:r>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6D22F896-40B5-4ADD-8801-0D06FADFA095}" type="slidenum">
              <a:rPr lang="en-US" noProof="0" smtClean="0"/>
              <a:t>‹#›</a:t>
            </a:fld>
            <a:endParaRPr lang="en-US" noProof="0" dirty="0"/>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1787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
        <p:nvSpPr>
          <p:cNvPr id="3" name="Content Placeholder 2"/>
          <p:cNvSpPr>
            <a:spLocks noGrp="1"/>
          </p:cNvSpPr>
          <p:nvPr>
            <p:ph idx="1"/>
          </p:nvPr>
        </p:nvSpPr>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10"/>
          </p:nvPr>
        </p:nvSpPr>
        <p:spPr/>
        <p:txBody>
          <a:bodyPr/>
          <a:lstStyle/>
          <a:p>
            <a:fld id="{97D162C4-EDD9-4389-A98B-B87ECEA2A816}" type="datetimeFigureOut">
              <a:rPr lang="en-US" noProof="0" smtClean="0"/>
              <a:t>6/17/2025</a:t>
            </a:fld>
            <a:endParaRPr lang="en-US" noProof="0" dirty="0"/>
          </a:p>
        </p:txBody>
      </p:sp>
      <p:sp>
        <p:nvSpPr>
          <p:cNvPr id="5" name="Footer Placeholder 4"/>
          <p:cNvSpPr>
            <a:spLocks noGrp="1"/>
          </p:cNvSpPr>
          <p:nvPr>
            <p:ph type="ftr" sz="quarter" idx="11"/>
          </p:nvPr>
        </p:nvSpPr>
        <p:spPr/>
        <p:txBody>
          <a:bodyPr/>
          <a:lstStyle/>
          <a:p>
            <a:r>
              <a:rPr lang="en-US" noProof="0" dirty="0"/>
              <a:t>
              </a:t>
            </a:r>
          </a:p>
        </p:txBody>
      </p:sp>
      <p:sp>
        <p:nvSpPr>
          <p:cNvPr id="6" name="Slide Number Placeholder 5"/>
          <p:cNvSpPr>
            <a:spLocks noGrp="1"/>
          </p:cNvSpPr>
          <p:nvPr>
            <p:ph type="sldNum" sz="quarter" idx="12"/>
          </p:nvPr>
        </p:nvSpPr>
        <p:spPr/>
        <p:txBody>
          <a:bodyPr/>
          <a:lstStyle/>
          <a:p>
            <a:fld id="{6D22F896-40B5-4ADD-8801-0D06FADFA095}" type="slidenum">
              <a:rPr lang="en-US" noProof="0" smtClean="0"/>
              <a:t>‹#›</a:t>
            </a:fld>
            <a:endParaRPr lang="en-US" noProof="0" dirty="0"/>
          </a:p>
        </p:txBody>
      </p:sp>
    </p:spTree>
    <p:extLst>
      <p:ext uri="{BB962C8B-B14F-4D97-AF65-F5344CB8AC3E}">
        <p14:creationId xmlns:p14="http://schemas.microsoft.com/office/powerpoint/2010/main" val="3472039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noProof="0"/>
              <a:t>Click to edit Master title style</a:t>
            </a:r>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a:t>Click to edit Master text styles</a:t>
            </a:r>
          </a:p>
        </p:txBody>
      </p:sp>
      <p:sp>
        <p:nvSpPr>
          <p:cNvPr id="4" name="Date Placeholder 3"/>
          <p:cNvSpPr>
            <a:spLocks noGrp="1"/>
          </p:cNvSpPr>
          <p:nvPr>
            <p:ph type="dt" sz="half" idx="10"/>
          </p:nvPr>
        </p:nvSpPr>
        <p:spPr/>
        <p:txBody>
          <a:bodyPr/>
          <a:lstStyle/>
          <a:p>
            <a:fld id="{3E5059C3-6A89-4494-99FF-5A4D6FFD50EB}" type="datetimeFigureOut">
              <a:rPr lang="en-US" noProof="0" smtClean="0"/>
              <a:t>6/17/2025</a:t>
            </a:fld>
            <a:endParaRPr lang="en-US" noProof="0" dirty="0"/>
          </a:p>
        </p:txBody>
      </p:sp>
      <p:sp>
        <p:nvSpPr>
          <p:cNvPr id="5" name="Footer Placeholder 4"/>
          <p:cNvSpPr>
            <a:spLocks noGrp="1"/>
          </p:cNvSpPr>
          <p:nvPr>
            <p:ph type="ftr" sz="quarter" idx="11"/>
          </p:nvPr>
        </p:nvSpPr>
        <p:spPr/>
        <p:txBody>
          <a:bodyPr/>
          <a:lstStyle/>
          <a:p>
            <a:r>
              <a:rPr lang="en-US" noProof="0" dirty="0"/>
              <a:t>
              </a:t>
            </a:r>
          </a:p>
        </p:txBody>
      </p:sp>
      <p:sp>
        <p:nvSpPr>
          <p:cNvPr id="6" name="Slide Number Placeholder 5"/>
          <p:cNvSpPr>
            <a:spLocks noGrp="1"/>
          </p:cNvSpPr>
          <p:nvPr>
            <p:ph type="sldNum" sz="quarter" idx="12"/>
          </p:nvPr>
        </p:nvSpPr>
        <p:spPr/>
        <p:txBody>
          <a:bodyPr/>
          <a:lstStyle/>
          <a:p>
            <a:fld id="{6D22F896-40B5-4ADD-8801-0D06FADFA095}" type="slidenum">
              <a:rPr lang="en-US" noProof="0" smtClean="0"/>
              <a:t>‹#›</a:t>
            </a:fld>
            <a:endParaRPr lang="en-US" noProof="0" dirty="0"/>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9360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noProof="0"/>
              <a:t>Click to edit Master title style</a:t>
            </a:r>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Date Placeholder 4"/>
          <p:cNvSpPr>
            <a:spLocks noGrp="1"/>
          </p:cNvSpPr>
          <p:nvPr>
            <p:ph type="dt" sz="half" idx="10"/>
          </p:nvPr>
        </p:nvSpPr>
        <p:spPr/>
        <p:txBody>
          <a:bodyPr/>
          <a:lstStyle/>
          <a:p>
            <a:fld id="{CA954B2F-12DE-47F5-8894-472B206D2E1E}" type="datetimeFigureOut">
              <a:rPr lang="en-US" noProof="0" smtClean="0"/>
              <a:t>6/17/2025</a:t>
            </a:fld>
            <a:endParaRPr lang="en-US" noProof="0" dirty="0"/>
          </a:p>
        </p:txBody>
      </p:sp>
      <p:sp>
        <p:nvSpPr>
          <p:cNvPr id="6" name="Footer Placeholder 5"/>
          <p:cNvSpPr>
            <a:spLocks noGrp="1"/>
          </p:cNvSpPr>
          <p:nvPr>
            <p:ph type="ftr" sz="quarter" idx="11"/>
          </p:nvPr>
        </p:nvSpPr>
        <p:spPr/>
        <p:txBody>
          <a:bodyPr/>
          <a:lstStyle/>
          <a:p>
            <a:r>
              <a:rPr lang="en-US" noProof="0" dirty="0"/>
              <a:t>
              </a:t>
            </a:r>
          </a:p>
        </p:txBody>
      </p:sp>
      <p:sp>
        <p:nvSpPr>
          <p:cNvPr id="7" name="Slide Number Placeholder 6"/>
          <p:cNvSpPr>
            <a:spLocks noGrp="1"/>
          </p:cNvSpPr>
          <p:nvPr>
            <p:ph type="sldNum" sz="quarter" idx="12"/>
          </p:nvPr>
        </p:nvSpPr>
        <p:spPr/>
        <p:txBody>
          <a:bodyPr/>
          <a:lstStyle/>
          <a:p>
            <a:fld id="{6D22F896-40B5-4ADD-8801-0D06FADFA095}" type="slidenum">
              <a:rPr lang="en-US" noProof="0" smtClean="0"/>
              <a:t>‹#›</a:t>
            </a:fld>
            <a:endParaRPr lang="en-US" noProof="0" dirty="0"/>
          </a:p>
        </p:txBody>
      </p:sp>
    </p:spTree>
    <p:extLst>
      <p:ext uri="{BB962C8B-B14F-4D97-AF65-F5344CB8AC3E}">
        <p14:creationId xmlns:p14="http://schemas.microsoft.com/office/powerpoint/2010/main" val="21816700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noProof="0"/>
              <a:t>Click to edit Master title style</a:t>
            </a:r>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Date Placeholder 6"/>
          <p:cNvSpPr>
            <a:spLocks noGrp="1"/>
          </p:cNvSpPr>
          <p:nvPr>
            <p:ph type="dt" sz="half" idx="10"/>
          </p:nvPr>
        </p:nvSpPr>
        <p:spPr/>
        <p:txBody>
          <a:bodyPr/>
          <a:lstStyle/>
          <a:p>
            <a:fld id="{3CBC1C18-307B-4F68-A007-B5B542270E8D}" type="datetimeFigureOut">
              <a:rPr lang="en-US" noProof="0" smtClean="0"/>
              <a:t>6/17/2025</a:t>
            </a:fld>
            <a:endParaRPr lang="en-US" noProof="0" dirty="0"/>
          </a:p>
        </p:txBody>
      </p:sp>
      <p:sp>
        <p:nvSpPr>
          <p:cNvPr id="8" name="Footer Placeholder 7"/>
          <p:cNvSpPr>
            <a:spLocks noGrp="1"/>
          </p:cNvSpPr>
          <p:nvPr>
            <p:ph type="ftr" sz="quarter" idx="11"/>
          </p:nvPr>
        </p:nvSpPr>
        <p:spPr/>
        <p:txBody>
          <a:bodyPr/>
          <a:lstStyle/>
          <a:p>
            <a:r>
              <a:rPr lang="en-US" noProof="0" dirty="0"/>
              <a:t>
              </a:t>
            </a:r>
          </a:p>
        </p:txBody>
      </p:sp>
      <p:sp>
        <p:nvSpPr>
          <p:cNvPr id="9" name="Slide Number Placeholder 8"/>
          <p:cNvSpPr>
            <a:spLocks noGrp="1"/>
          </p:cNvSpPr>
          <p:nvPr>
            <p:ph type="sldNum" sz="quarter" idx="12"/>
          </p:nvPr>
        </p:nvSpPr>
        <p:spPr/>
        <p:txBody>
          <a:bodyPr/>
          <a:lstStyle/>
          <a:p>
            <a:fld id="{6D22F896-40B5-4ADD-8801-0D06FADFA095}" type="slidenum">
              <a:rPr lang="en-US" noProof="0" smtClean="0"/>
              <a:pPr/>
              <a:t>‹#›</a:t>
            </a:fld>
            <a:endParaRPr lang="en-US" noProof="0" dirty="0"/>
          </a:p>
        </p:txBody>
      </p:sp>
    </p:spTree>
    <p:extLst>
      <p:ext uri="{BB962C8B-B14F-4D97-AF65-F5344CB8AC3E}">
        <p14:creationId xmlns:p14="http://schemas.microsoft.com/office/powerpoint/2010/main" val="1963352574"/>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
        <p:nvSpPr>
          <p:cNvPr id="3" name="Date Placeholder 2"/>
          <p:cNvSpPr>
            <a:spLocks noGrp="1"/>
          </p:cNvSpPr>
          <p:nvPr>
            <p:ph type="dt" sz="half" idx="10"/>
          </p:nvPr>
        </p:nvSpPr>
        <p:spPr/>
        <p:txBody>
          <a:bodyPr/>
          <a:lstStyle/>
          <a:p>
            <a:fld id="{1FAF3416-4057-4DAA-829D-4CA07428D088}" type="datetimeFigureOut">
              <a:rPr lang="en-US" noProof="0" smtClean="0"/>
              <a:t>6/17/2025</a:t>
            </a:fld>
            <a:endParaRPr lang="en-US" noProof="0" dirty="0"/>
          </a:p>
        </p:txBody>
      </p:sp>
      <p:sp>
        <p:nvSpPr>
          <p:cNvPr id="4" name="Footer Placeholder 3"/>
          <p:cNvSpPr>
            <a:spLocks noGrp="1"/>
          </p:cNvSpPr>
          <p:nvPr>
            <p:ph type="ftr" sz="quarter" idx="11"/>
          </p:nvPr>
        </p:nvSpPr>
        <p:spPr/>
        <p:txBody>
          <a:bodyPr/>
          <a:lstStyle/>
          <a:p>
            <a:r>
              <a:rPr lang="en-US" noProof="0" dirty="0"/>
              <a:t>
              </a:t>
            </a:r>
          </a:p>
        </p:txBody>
      </p:sp>
      <p:sp>
        <p:nvSpPr>
          <p:cNvPr id="5" name="Slide Number Placeholder 4"/>
          <p:cNvSpPr>
            <a:spLocks noGrp="1"/>
          </p:cNvSpPr>
          <p:nvPr>
            <p:ph type="sldNum" sz="quarter" idx="12"/>
          </p:nvPr>
        </p:nvSpPr>
        <p:spPr/>
        <p:txBody>
          <a:bodyPr/>
          <a:lstStyle/>
          <a:p>
            <a:fld id="{6D22F896-40B5-4ADD-8801-0D06FADFA095}" type="slidenum">
              <a:rPr lang="en-US" noProof="0" smtClean="0"/>
              <a:t>‹#›</a:t>
            </a:fld>
            <a:endParaRPr lang="en-US" noProof="0" dirty="0"/>
          </a:p>
        </p:txBody>
      </p:sp>
    </p:spTree>
    <p:extLst>
      <p:ext uri="{BB962C8B-B14F-4D97-AF65-F5344CB8AC3E}">
        <p14:creationId xmlns:p14="http://schemas.microsoft.com/office/powerpoint/2010/main" val="30054287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1D9284-D300-4297-87F7-E791DCC15DB1}" type="datetimeFigureOut">
              <a:rPr lang="en-US" noProof="0" smtClean="0"/>
              <a:t>6/17/2025</a:t>
            </a:fld>
            <a:endParaRPr lang="en-US" noProof="0" dirty="0"/>
          </a:p>
        </p:txBody>
      </p:sp>
      <p:sp>
        <p:nvSpPr>
          <p:cNvPr id="3" name="Footer Placeholder 2"/>
          <p:cNvSpPr>
            <a:spLocks noGrp="1"/>
          </p:cNvSpPr>
          <p:nvPr>
            <p:ph type="ftr" sz="quarter" idx="11"/>
          </p:nvPr>
        </p:nvSpPr>
        <p:spPr/>
        <p:txBody>
          <a:bodyPr/>
          <a:lstStyle/>
          <a:p>
            <a:r>
              <a:rPr lang="en-US" noProof="0" dirty="0"/>
              <a:t>
              </a:t>
            </a:r>
          </a:p>
        </p:txBody>
      </p:sp>
      <p:sp>
        <p:nvSpPr>
          <p:cNvPr id="4" name="Slide Number Placeholder 3"/>
          <p:cNvSpPr>
            <a:spLocks noGrp="1"/>
          </p:cNvSpPr>
          <p:nvPr>
            <p:ph type="sldNum" sz="quarter" idx="12"/>
          </p:nvPr>
        </p:nvSpPr>
        <p:spPr/>
        <p:txBody>
          <a:bodyPr/>
          <a:lstStyle/>
          <a:p>
            <a:fld id="{6D22F896-40B5-4ADD-8801-0D06FADFA095}" type="slidenum">
              <a:rPr lang="en-US" noProof="0" smtClean="0"/>
              <a:t>‹#›</a:t>
            </a:fld>
            <a:endParaRPr lang="en-US" noProof="0" dirty="0"/>
          </a:p>
        </p:txBody>
      </p:sp>
    </p:spTree>
    <p:extLst>
      <p:ext uri="{BB962C8B-B14F-4D97-AF65-F5344CB8AC3E}">
        <p14:creationId xmlns:p14="http://schemas.microsoft.com/office/powerpoint/2010/main" val="988259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noProof="0"/>
              <a:t>Click to edit Master title style</a:t>
            </a:r>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Click to edit Master text styles</a:t>
            </a:r>
          </a:p>
        </p:txBody>
      </p:sp>
      <p:sp>
        <p:nvSpPr>
          <p:cNvPr id="5" name="Date Placeholder 4"/>
          <p:cNvSpPr>
            <a:spLocks noGrp="1"/>
          </p:cNvSpPr>
          <p:nvPr>
            <p:ph type="dt" sz="half" idx="10"/>
          </p:nvPr>
        </p:nvSpPr>
        <p:spPr/>
        <p:txBody>
          <a:bodyPr/>
          <a:lstStyle/>
          <a:p>
            <a:fld id="{37D525BB-DA17-4BA0-B3C8-3AC3ABC827E6}" type="datetimeFigureOut">
              <a:rPr lang="en-US" noProof="0" smtClean="0"/>
              <a:t>6/17/2025</a:t>
            </a:fld>
            <a:endParaRPr lang="en-US" noProof="0" dirty="0"/>
          </a:p>
        </p:txBody>
      </p:sp>
      <p:sp>
        <p:nvSpPr>
          <p:cNvPr id="6" name="Footer Placeholder 5"/>
          <p:cNvSpPr>
            <a:spLocks noGrp="1"/>
          </p:cNvSpPr>
          <p:nvPr>
            <p:ph type="ftr" sz="quarter" idx="11"/>
          </p:nvPr>
        </p:nvSpPr>
        <p:spPr/>
        <p:txBody>
          <a:bodyPr/>
          <a:lstStyle/>
          <a:p>
            <a:r>
              <a:rPr lang="en-US" noProof="0" dirty="0"/>
              <a:t>
              </a:t>
            </a:r>
          </a:p>
        </p:txBody>
      </p:sp>
      <p:sp>
        <p:nvSpPr>
          <p:cNvPr id="7" name="Slide Number Placeholder 6"/>
          <p:cNvSpPr>
            <a:spLocks noGrp="1"/>
          </p:cNvSpPr>
          <p:nvPr>
            <p:ph type="sldNum" sz="quarter" idx="12"/>
          </p:nvPr>
        </p:nvSpPr>
        <p:spPr/>
        <p:txBody>
          <a:bodyPr/>
          <a:lstStyle/>
          <a:p>
            <a:fld id="{6D22F896-40B5-4ADD-8801-0D06FADFA095}" type="slidenum">
              <a:rPr lang="en-US" noProof="0" smtClean="0"/>
              <a:t>‹#›</a:t>
            </a:fld>
            <a:endParaRPr lang="en-US" noProof="0" dirty="0"/>
          </a:p>
        </p:txBody>
      </p:sp>
    </p:spTree>
    <p:extLst>
      <p:ext uri="{BB962C8B-B14F-4D97-AF65-F5344CB8AC3E}">
        <p14:creationId xmlns:p14="http://schemas.microsoft.com/office/powerpoint/2010/main" val="21583836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noProof="0"/>
              <a:t>Click to edit Master title style</a:t>
            </a:r>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Click to edit Master text styles</a:t>
            </a:r>
          </a:p>
        </p:txBody>
      </p:sp>
      <p:sp>
        <p:nvSpPr>
          <p:cNvPr id="5" name="Date Placeholder 4"/>
          <p:cNvSpPr>
            <a:spLocks noGrp="1"/>
          </p:cNvSpPr>
          <p:nvPr>
            <p:ph type="dt" sz="half" idx="10"/>
          </p:nvPr>
        </p:nvSpPr>
        <p:spPr/>
        <p:txBody>
          <a:bodyPr/>
          <a:lstStyle/>
          <a:p>
            <a:fld id="{B16C4C9A-3960-41CF-A4E9-2A8FB932454B}" type="datetimeFigureOut">
              <a:rPr lang="en-US" noProof="0" smtClean="0"/>
              <a:t>6/17/2025</a:t>
            </a:fld>
            <a:endParaRPr lang="en-US" noProof="0" dirty="0"/>
          </a:p>
        </p:txBody>
      </p:sp>
      <p:sp>
        <p:nvSpPr>
          <p:cNvPr id="6" name="Footer Placeholder 5"/>
          <p:cNvSpPr>
            <a:spLocks noGrp="1"/>
          </p:cNvSpPr>
          <p:nvPr>
            <p:ph type="ftr" sz="quarter" idx="11"/>
          </p:nvPr>
        </p:nvSpPr>
        <p:spPr/>
        <p:txBody>
          <a:bodyPr/>
          <a:lstStyle/>
          <a:p>
            <a:r>
              <a:rPr lang="en-US" noProof="0" dirty="0"/>
              <a:t>
              </a:t>
            </a:r>
          </a:p>
        </p:txBody>
      </p:sp>
      <p:sp>
        <p:nvSpPr>
          <p:cNvPr id="7" name="Slide Number Placeholder 6"/>
          <p:cNvSpPr>
            <a:spLocks noGrp="1"/>
          </p:cNvSpPr>
          <p:nvPr>
            <p:ph type="sldNum" sz="quarter" idx="12"/>
          </p:nvPr>
        </p:nvSpPr>
        <p:spPr/>
        <p:txBody>
          <a:bodyPr/>
          <a:lstStyle/>
          <a:p>
            <a:fld id="{6D22F896-40B5-4ADD-8801-0D06FADFA095}" type="slidenum">
              <a:rPr lang="en-US" noProof="0" smtClean="0"/>
              <a:t>‹#›</a:t>
            </a:fld>
            <a:endParaRPr lang="en-US" noProof="0" dirty="0"/>
          </a:p>
        </p:txBody>
      </p:sp>
    </p:spTree>
    <p:extLst>
      <p:ext uri="{BB962C8B-B14F-4D97-AF65-F5344CB8AC3E}">
        <p14:creationId xmlns:p14="http://schemas.microsoft.com/office/powerpoint/2010/main" val="74084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
        <p:nvSpPr>
          <p:cNvPr id="3" name="Vertical Text Placeholder 2"/>
          <p:cNvSpPr>
            <a:spLocks noGrp="1"/>
          </p:cNvSpPr>
          <p:nvPr>
            <p:ph type="body" orient="vert" idx="1"/>
          </p:nvPr>
        </p:nvSpPr>
        <p:spPr/>
        <p:txBody>
          <a:bodyPr vert="eaVert"/>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10"/>
          </p:nvPr>
        </p:nvSpPr>
        <p:spPr/>
        <p:txBody>
          <a:bodyPr/>
          <a:lstStyle/>
          <a:p>
            <a:fld id="{D857E33E-8B18-4087-B112-809917729534}" type="datetimeFigureOut">
              <a:rPr lang="en-US" noProof="0" smtClean="0"/>
              <a:t>6/17/2025</a:t>
            </a:fld>
            <a:endParaRPr lang="en-US" noProof="0" dirty="0"/>
          </a:p>
        </p:txBody>
      </p:sp>
      <p:sp>
        <p:nvSpPr>
          <p:cNvPr id="5" name="Footer Placeholder 4"/>
          <p:cNvSpPr>
            <a:spLocks noGrp="1"/>
          </p:cNvSpPr>
          <p:nvPr>
            <p:ph type="ftr" sz="quarter" idx="11"/>
          </p:nvPr>
        </p:nvSpPr>
        <p:spPr/>
        <p:txBody>
          <a:bodyPr/>
          <a:lstStyle/>
          <a:p>
            <a:r>
              <a:rPr lang="en-US" noProof="0" dirty="0"/>
              <a:t>
              </a:t>
            </a:r>
          </a:p>
        </p:txBody>
      </p:sp>
      <p:sp>
        <p:nvSpPr>
          <p:cNvPr id="6" name="Slide Number Placeholder 5"/>
          <p:cNvSpPr>
            <a:spLocks noGrp="1"/>
          </p:cNvSpPr>
          <p:nvPr>
            <p:ph type="sldNum" sz="quarter" idx="12"/>
          </p:nvPr>
        </p:nvSpPr>
        <p:spPr/>
        <p:txBody>
          <a:bodyPr/>
          <a:lstStyle/>
          <a:p>
            <a:fld id="{6D22F896-40B5-4ADD-8801-0D06FADFA095}" type="slidenum">
              <a:rPr lang="en-US" noProof="0" smtClean="0"/>
              <a:t>‹#›</a:t>
            </a:fld>
            <a:endParaRPr lang="en-US" noProof="0" dirty="0"/>
          </a:p>
        </p:txBody>
      </p:sp>
    </p:spTree>
    <p:extLst>
      <p:ext uri="{BB962C8B-B14F-4D97-AF65-F5344CB8AC3E}">
        <p14:creationId xmlns:p14="http://schemas.microsoft.com/office/powerpoint/2010/main" val="435526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noProof="0"/>
              <a:t>Click to edit Master title style</a:t>
            </a:r>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10"/>
          </p:nvPr>
        </p:nvSpPr>
        <p:spPr/>
        <p:txBody>
          <a:bodyPr/>
          <a:lstStyle/>
          <a:p>
            <a:fld id="{D3FFE419-2371-464F-8239-3959401C3561}" type="datetimeFigureOut">
              <a:rPr lang="en-US" noProof="0" smtClean="0"/>
              <a:t>6/17/2025</a:t>
            </a:fld>
            <a:endParaRPr lang="en-US" noProof="0" dirty="0"/>
          </a:p>
        </p:txBody>
      </p:sp>
      <p:sp>
        <p:nvSpPr>
          <p:cNvPr id="5" name="Footer Placeholder 4"/>
          <p:cNvSpPr>
            <a:spLocks noGrp="1"/>
          </p:cNvSpPr>
          <p:nvPr>
            <p:ph type="ftr" sz="quarter" idx="11"/>
          </p:nvPr>
        </p:nvSpPr>
        <p:spPr/>
        <p:txBody>
          <a:bodyPr/>
          <a:lstStyle/>
          <a:p>
            <a:r>
              <a:rPr lang="en-US" noProof="0" dirty="0"/>
              <a:t>
              </a:t>
            </a:r>
          </a:p>
        </p:txBody>
      </p:sp>
      <p:sp>
        <p:nvSpPr>
          <p:cNvPr id="6" name="Slide Number Placeholder 5"/>
          <p:cNvSpPr>
            <a:spLocks noGrp="1"/>
          </p:cNvSpPr>
          <p:nvPr>
            <p:ph type="sldNum" sz="quarter" idx="12"/>
          </p:nvPr>
        </p:nvSpPr>
        <p:spPr/>
        <p:txBody>
          <a:bodyPr/>
          <a:lstStyle/>
          <a:p>
            <a:fld id="{6D22F896-40B5-4ADD-8801-0D06FADFA095}" type="slidenum">
              <a:rPr lang="en-US" noProof="0" smtClean="0"/>
              <a:t>‹#›</a:t>
            </a:fld>
            <a:endParaRPr lang="en-US" noProof="0" dirty="0"/>
          </a:p>
        </p:txBody>
      </p:sp>
    </p:spTree>
    <p:extLst>
      <p:ext uri="{BB962C8B-B14F-4D97-AF65-F5344CB8AC3E}">
        <p14:creationId xmlns:p14="http://schemas.microsoft.com/office/powerpoint/2010/main" val="19947638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3CBC1C18-307B-4F68-A007-B5B542270E8D}" type="datetimeFigureOut">
              <a:rPr lang="en-US" noProof="0" smtClean="0"/>
              <a:t>6/17/2025</a:t>
            </a:fld>
            <a:endParaRPr lang="en-US" noProof="0" dirty="0"/>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r>
              <a:rPr lang="en-US" noProof="0" dirty="0"/>
              <a:t>
              </a:t>
            </a:r>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6D22F896-40B5-4ADD-8801-0D06FADFA095}" type="slidenum">
              <a:rPr lang="en-US" noProof="0" smtClean="0"/>
              <a:pPr/>
              <a:t>‹#›</a:t>
            </a:fld>
            <a:endParaRPr lang="en-US" noProof="0" dirty="0"/>
          </a:p>
        </p:txBody>
      </p:sp>
    </p:spTree>
    <p:extLst>
      <p:ext uri="{BB962C8B-B14F-4D97-AF65-F5344CB8AC3E}">
        <p14:creationId xmlns:p14="http://schemas.microsoft.com/office/powerpoint/2010/main" val="1702258854"/>
      </p:ext>
    </p:extLst>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Lst>
  <p:hf sldNum="0" hdr="0" ftr="0" dt="0"/>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cxnSp>
        <p:nvCxnSpPr>
          <p:cNvPr id="50" name="Straight Connector 41">
            <a:extLst>
              <a:ext uri="{FF2B5EF4-FFF2-40B4-BE49-F238E27FC236}">
                <a16:creationId xmlns:a16="http://schemas.microsoft.com/office/drawing/2014/main" id="{63FED537-3AF1-4C36-9904-77B6A54D27B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78660" y="5462458"/>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50E78D6-F072-48E7-8270-20EFBDD26F36}"/>
              </a:ext>
            </a:extLst>
          </p:cNvPr>
          <p:cNvSpPr>
            <a:spLocks noGrp="1"/>
          </p:cNvSpPr>
          <p:nvPr>
            <p:ph type="ctrTitle"/>
          </p:nvPr>
        </p:nvSpPr>
        <p:spPr>
          <a:xfrm>
            <a:off x="1109980" y="4206240"/>
            <a:ext cx="9966960" cy="1325880"/>
          </a:xfrm>
        </p:spPr>
        <p:txBody>
          <a:bodyPr>
            <a:normAutofit/>
          </a:bodyPr>
          <a:lstStyle/>
          <a:p>
            <a:r>
              <a:rPr lang="en-US" sz="4000" cap="none" dirty="0">
                <a:solidFill>
                  <a:schemeClr val="tx1"/>
                </a:solidFill>
              </a:rPr>
              <a:t>Time Series forecast of NZ visitor arrivals to Australia</a:t>
            </a:r>
          </a:p>
        </p:txBody>
      </p:sp>
      <p:sp>
        <p:nvSpPr>
          <p:cNvPr id="3" name="Subtitle 2">
            <a:extLst>
              <a:ext uri="{FF2B5EF4-FFF2-40B4-BE49-F238E27FC236}">
                <a16:creationId xmlns:a16="http://schemas.microsoft.com/office/drawing/2014/main" id="{3FC7BD98-5486-489C-BAA0-A69CEFF691B3}"/>
              </a:ext>
            </a:extLst>
          </p:cNvPr>
          <p:cNvSpPr>
            <a:spLocks noGrp="1"/>
          </p:cNvSpPr>
          <p:nvPr>
            <p:ph type="subTitle" idx="1"/>
          </p:nvPr>
        </p:nvSpPr>
        <p:spPr>
          <a:xfrm>
            <a:off x="1709530" y="5598293"/>
            <a:ext cx="8767860" cy="553690"/>
          </a:xfrm>
        </p:spPr>
        <p:txBody>
          <a:bodyPr>
            <a:normAutofit fontScale="92500" lnSpcReduction="20000"/>
          </a:bodyPr>
          <a:lstStyle/>
          <a:p>
            <a:r>
              <a:rPr lang="en-US" sz="2000" b="1" dirty="0">
                <a:solidFill>
                  <a:schemeClr val="tx1"/>
                </a:solidFill>
              </a:rPr>
              <a:t>Name: Saadman Ahmed Saad</a:t>
            </a:r>
            <a:br>
              <a:rPr lang="en-US" sz="2000" b="1" dirty="0">
                <a:solidFill>
                  <a:schemeClr val="tx1"/>
                </a:solidFill>
              </a:rPr>
            </a:br>
            <a:r>
              <a:rPr lang="en-US" sz="2000" b="1" dirty="0">
                <a:solidFill>
                  <a:schemeClr val="tx1"/>
                </a:solidFill>
              </a:rPr>
              <a:t>Student ID : 10660130, Date : </a:t>
            </a:r>
          </a:p>
        </p:txBody>
      </p:sp>
      <p:pic>
        <p:nvPicPr>
          <p:cNvPr id="7" name="Picture 6" descr="Man looking at landscape">
            <a:extLst>
              <a:ext uri="{FF2B5EF4-FFF2-40B4-BE49-F238E27FC236}">
                <a16:creationId xmlns:a16="http://schemas.microsoft.com/office/drawing/2014/main" id="{CD9EF39B-AB41-49AB-8163-8B5FD7D28329}"/>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243840" y="256540"/>
            <a:ext cx="11704320" cy="3764276"/>
          </a:xfrm>
          <a:prstGeom prst="rect">
            <a:avLst/>
          </a:prstGeom>
        </p:spPr>
      </p:pic>
    </p:spTree>
    <p:extLst>
      <p:ext uri="{BB962C8B-B14F-4D97-AF65-F5344CB8AC3E}">
        <p14:creationId xmlns:p14="http://schemas.microsoft.com/office/powerpoint/2010/main" val="8340504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Giraffes in the wild">
            <a:extLst>
              <a:ext uri="{FF2B5EF4-FFF2-40B4-BE49-F238E27FC236}">
                <a16:creationId xmlns:a16="http://schemas.microsoft.com/office/drawing/2014/main" id="{5B1885B6-720E-4434-8EED-676D134293D0}"/>
              </a:ext>
            </a:extLst>
          </p:cNvPr>
          <p:cNvPicPr>
            <a:picLocks noChangeAspect="1"/>
          </p:cNvPicPr>
          <p:nvPr/>
        </p:nvPicPr>
        <p:blipFill>
          <a:blip r:embed="rId3"/>
          <a:srcRect l="11447" r="11444" b="-2"/>
          <a:stretch>
            <a:fillRect/>
          </a:stretch>
        </p:blipFill>
        <p:spPr>
          <a:xfrm>
            <a:off x="4269854" y="-1"/>
            <a:ext cx="7922146"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a:extLst>
              <a:ext uri="{FF2B5EF4-FFF2-40B4-BE49-F238E27FC236}">
                <a16:creationId xmlns:a16="http://schemas.microsoft.com/office/drawing/2014/main" id="{BB4B6193-F9F1-4C54-838F-77350B9FC5DC}"/>
              </a:ext>
            </a:extLst>
          </p:cNvPr>
          <p:cNvSpPr>
            <a:spLocks noGrp="1"/>
          </p:cNvSpPr>
          <p:nvPr>
            <p:ph type="title"/>
          </p:nvPr>
        </p:nvSpPr>
        <p:spPr>
          <a:xfrm>
            <a:off x="677333" y="609600"/>
            <a:ext cx="3851123" cy="1320800"/>
          </a:xfrm>
        </p:spPr>
        <p:txBody>
          <a:bodyPr vert="horz" lIns="91440" tIns="45720" rIns="91440" bIns="45720" rtlCol="0" anchor="t">
            <a:normAutofit/>
          </a:bodyPr>
          <a:lstStyle/>
          <a:p>
            <a:pPr defTabSz="457200"/>
            <a:r>
              <a:rPr lang="en-US" sz="3600"/>
              <a:t>Introduction</a:t>
            </a:r>
          </a:p>
        </p:txBody>
      </p:sp>
      <p:sp>
        <p:nvSpPr>
          <p:cNvPr id="10" name="Title 1">
            <a:extLst>
              <a:ext uri="{FF2B5EF4-FFF2-40B4-BE49-F238E27FC236}">
                <a16:creationId xmlns:a16="http://schemas.microsoft.com/office/drawing/2014/main" id="{F4E9672C-7E24-24EF-B0BD-00FA8FD3289E}"/>
              </a:ext>
            </a:extLst>
          </p:cNvPr>
          <p:cNvSpPr txBox="1">
            <a:spLocks/>
          </p:cNvSpPr>
          <p:nvPr/>
        </p:nvSpPr>
        <p:spPr>
          <a:xfrm>
            <a:off x="418731" y="1561875"/>
            <a:ext cx="4501611" cy="3880773"/>
          </a:xfrm>
          <a:prstGeom prst="rect">
            <a:avLst/>
          </a:prstGeom>
        </p:spPr>
        <p:txBody>
          <a:bodyPr vert="horz" lIns="91440" tIns="45720" rIns="91440" bIns="45720" rtlCol="0">
            <a:normAutofit lnSpcReduction="10000"/>
          </a:bodyPr>
          <a:lst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a:lstStyle>
          <a:p>
            <a:pPr defTabSz="457200">
              <a:spcBef>
                <a:spcPts val="1000"/>
              </a:spcBef>
              <a:buClr>
                <a:schemeClr val="accent1"/>
              </a:buClr>
              <a:buSzPct val="80000"/>
              <a:buFont typeface="Wingdings 3" charset="2"/>
              <a:buChar char=""/>
            </a:pPr>
            <a:r>
              <a:rPr lang="en-US" sz="2100" dirty="0">
                <a:solidFill>
                  <a:schemeClr val="tx1">
                    <a:lumMod val="75000"/>
                    <a:lumOff val="25000"/>
                  </a:schemeClr>
                </a:solidFill>
                <a:latin typeface="+mn-lt"/>
                <a:ea typeface="+mn-ea"/>
                <a:cs typeface="+mn-cs"/>
              </a:rPr>
              <a:t> International tourism is a vital sector for Australia’s economy</a:t>
            </a:r>
          </a:p>
          <a:p>
            <a:pPr defTabSz="457200">
              <a:spcBef>
                <a:spcPts val="1000"/>
              </a:spcBef>
              <a:buClr>
                <a:schemeClr val="accent1"/>
              </a:buClr>
              <a:buSzPct val="80000"/>
              <a:buFont typeface="Wingdings 3" charset="2"/>
              <a:buChar char=""/>
            </a:pPr>
            <a:r>
              <a:rPr lang="en-US" sz="2100" dirty="0">
                <a:solidFill>
                  <a:schemeClr val="tx1">
                    <a:lumMod val="75000"/>
                    <a:lumOff val="25000"/>
                  </a:schemeClr>
                </a:solidFill>
                <a:latin typeface="+mn-lt"/>
                <a:ea typeface="+mn-ea"/>
                <a:cs typeface="+mn-cs"/>
              </a:rPr>
              <a:t>Accurate forecasting helps in tourism planning and resource management</a:t>
            </a:r>
          </a:p>
          <a:p>
            <a:pPr defTabSz="457200">
              <a:spcBef>
                <a:spcPts val="1000"/>
              </a:spcBef>
              <a:buClr>
                <a:schemeClr val="accent1"/>
              </a:buClr>
              <a:buSzPct val="80000"/>
              <a:buFont typeface="Wingdings 3" charset="2"/>
              <a:buChar char=""/>
            </a:pPr>
            <a:r>
              <a:rPr lang="en-US" sz="2100" dirty="0">
                <a:solidFill>
                  <a:schemeClr val="tx1">
                    <a:lumMod val="75000"/>
                    <a:lumOff val="25000"/>
                  </a:schemeClr>
                </a:solidFill>
                <a:latin typeface="+mn-lt"/>
                <a:ea typeface="+mn-ea"/>
                <a:cs typeface="+mn-cs"/>
              </a:rPr>
              <a:t>This project focuses on monthly visitor arrivals from New Zealand to Australia ( Jan 1991 – Mar 2025).</a:t>
            </a:r>
          </a:p>
          <a:p>
            <a:pPr defTabSz="457200">
              <a:spcBef>
                <a:spcPts val="1000"/>
              </a:spcBef>
              <a:buClr>
                <a:schemeClr val="accent1"/>
              </a:buClr>
              <a:buSzPct val="80000"/>
              <a:buFont typeface="Wingdings 3" charset="2"/>
              <a:buChar char=""/>
            </a:pPr>
            <a:r>
              <a:rPr lang="en-US" sz="2100" dirty="0">
                <a:solidFill>
                  <a:schemeClr val="tx1">
                    <a:lumMod val="75000"/>
                    <a:lumOff val="25000"/>
                  </a:schemeClr>
                </a:solidFill>
                <a:latin typeface="+mn-lt"/>
                <a:ea typeface="+mn-ea"/>
                <a:cs typeface="+mn-cs"/>
              </a:rPr>
              <a:t>The data visually shows strong seasonality along with an upward trend</a:t>
            </a:r>
          </a:p>
          <a:p>
            <a:pPr defTabSz="457200">
              <a:spcBef>
                <a:spcPts val="1000"/>
              </a:spcBef>
              <a:buClr>
                <a:schemeClr val="accent1"/>
              </a:buClr>
              <a:buSzPct val="80000"/>
              <a:buFont typeface="Wingdings 3" charset="2"/>
              <a:buChar char=""/>
            </a:pPr>
            <a:r>
              <a:rPr lang="en-US" sz="2100" dirty="0">
                <a:solidFill>
                  <a:schemeClr val="tx1">
                    <a:lumMod val="75000"/>
                    <a:lumOff val="25000"/>
                  </a:schemeClr>
                </a:solidFill>
                <a:latin typeface="+mn-lt"/>
                <a:ea typeface="+mn-ea"/>
                <a:cs typeface="+mn-cs"/>
              </a:rPr>
              <a:t>The aim is to develop a time series model to forecast future visitor numbers from 2026 to 2028</a:t>
            </a:r>
          </a:p>
          <a:p>
            <a:pPr defTabSz="457200">
              <a:spcBef>
                <a:spcPts val="1000"/>
              </a:spcBef>
              <a:buClr>
                <a:schemeClr val="accent1"/>
              </a:buClr>
              <a:buSzPct val="80000"/>
              <a:buFont typeface="Wingdings 3" charset="2"/>
              <a:buChar char=""/>
            </a:pPr>
            <a:endParaRPr lang="en-US" sz="2100" dirty="0">
              <a:solidFill>
                <a:schemeClr val="tx1">
                  <a:lumMod val="75000"/>
                  <a:lumOff val="25000"/>
                </a:schemeClr>
              </a:solidFill>
              <a:latin typeface="+mn-lt"/>
              <a:ea typeface="+mn-ea"/>
              <a:cs typeface="+mn-cs"/>
            </a:endParaRPr>
          </a:p>
          <a:p>
            <a:pPr defTabSz="457200">
              <a:spcBef>
                <a:spcPts val="1000"/>
              </a:spcBef>
              <a:buClr>
                <a:schemeClr val="accent1"/>
              </a:buClr>
              <a:buSzPct val="80000"/>
              <a:buFont typeface="Wingdings 3" charset="2"/>
              <a:buChar char=""/>
            </a:pPr>
            <a:endParaRPr lang="en-US" sz="2100" dirty="0">
              <a:solidFill>
                <a:schemeClr val="tx1">
                  <a:lumMod val="75000"/>
                  <a:lumOff val="25000"/>
                </a:schemeClr>
              </a:solidFill>
              <a:latin typeface="+mn-lt"/>
              <a:ea typeface="+mn-ea"/>
              <a:cs typeface="+mn-cs"/>
            </a:endParaRPr>
          </a:p>
          <a:p>
            <a:pPr defTabSz="457200">
              <a:spcBef>
                <a:spcPts val="1000"/>
              </a:spcBef>
              <a:buClr>
                <a:schemeClr val="accent1"/>
              </a:buClr>
              <a:buSzPct val="80000"/>
              <a:buFont typeface="Wingdings 3" charset="2"/>
              <a:buChar char=""/>
            </a:pPr>
            <a:endParaRPr lang="en-US" sz="2100" dirty="0">
              <a:solidFill>
                <a:schemeClr val="tx1">
                  <a:lumMod val="75000"/>
                  <a:lumOff val="25000"/>
                </a:schemeClr>
              </a:solidFill>
              <a:latin typeface="+mn-lt"/>
              <a:ea typeface="+mn-ea"/>
              <a:cs typeface="+mn-cs"/>
            </a:endParaRPr>
          </a:p>
        </p:txBody>
      </p:sp>
      <p:cxnSp>
        <p:nvCxnSpPr>
          <p:cNvPr id="97" name="Straight Connector 96">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99" name="Straight Connector 98">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01"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03"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05"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07"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09"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11"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13"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8" name="Title 1">
            <a:extLst>
              <a:ext uri="{FF2B5EF4-FFF2-40B4-BE49-F238E27FC236}">
                <a16:creationId xmlns:a16="http://schemas.microsoft.com/office/drawing/2014/main" id="{01E77B3B-D320-E85F-744A-F2D57A255A08}"/>
              </a:ext>
            </a:extLst>
          </p:cNvPr>
          <p:cNvSpPr txBox="1">
            <a:spLocks/>
          </p:cNvSpPr>
          <p:nvPr/>
        </p:nvSpPr>
        <p:spPr>
          <a:xfrm>
            <a:off x="254000" y="1747520"/>
            <a:ext cx="7650480" cy="388236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a:lstStyle>
          <a:p>
            <a:pPr algn="ctr"/>
            <a:endParaRPr lang="en-US" dirty="0"/>
          </a:p>
        </p:txBody>
      </p:sp>
    </p:spTree>
    <p:extLst>
      <p:ext uri="{BB962C8B-B14F-4D97-AF65-F5344CB8AC3E}">
        <p14:creationId xmlns:p14="http://schemas.microsoft.com/office/powerpoint/2010/main" val="928474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aph showing the growth of the country&#10;&#10;AI-generated content may be incorrect.">
            <a:extLst>
              <a:ext uri="{FF2B5EF4-FFF2-40B4-BE49-F238E27FC236}">
                <a16:creationId xmlns:a16="http://schemas.microsoft.com/office/drawing/2014/main" id="{52654D3C-4C9E-1C45-FC44-91F792C968F0}"/>
              </a:ext>
            </a:extLst>
          </p:cNvPr>
          <p:cNvPicPr>
            <a:picLocks noChangeAspect="1"/>
          </p:cNvPicPr>
          <p:nvPr/>
        </p:nvPicPr>
        <p:blipFill>
          <a:blip r:embed="rId2"/>
          <a:stretch>
            <a:fillRect/>
          </a:stretch>
        </p:blipFill>
        <p:spPr>
          <a:xfrm>
            <a:off x="1578428" y="575685"/>
            <a:ext cx="7609114" cy="4178209"/>
          </a:xfrm>
          <a:prstGeom prst="rect">
            <a:avLst/>
          </a:prstGeom>
        </p:spPr>
      </p:pic>
      <p:sp>
        <p:nvSpPr>
          <p:cNvPr id="6" name="TextBox 5">
            <a:extLst>
              <a:ext uri="{FF2B5EF4-FFF2-40B4-BE49-F238E27FC236}">
                <a16:creationId xmlns:a16="http://schemas.microsoft.com/office/drawing/2014/main" id="{DAB056BA-D99B-66B4-BA65-84B095CD1332}"/>
              </a:ext>
            </a:extLst>
          </p:cNvPr>
          <p:cNvSpPr txBox="1"/>
          <p:nvPr/>
        </p:nvSpPr>
        <p:spPr>
          <a:xfrm rot="10800000" flipV="1">
            <a:off x="2013857" y="4753894"/>
            <a:ext cx="7609114" cy="1200329"/>
          </a:xfrm>
          <a:prstGeom prst="rect">
            <a:avLst/>
          </a:prstGeom>
          <a:noFill/>
        </p:spPr>
        <p:txBody>
          <a:bodyPr wrap="square" rtlCol="0">
            <a:spAutoFit/>
          </a:bodyPr>
          <a:lstStyle/>
          <a:p>
            <a:pPr marL="285750" indent="-285750">
              <a:buFont typeface="Arial" panose="020B0604020202020204" pitchFamily="34" charset="0"/>
              <a:buChar char="•"/>
            </a:pPr>
            <a:r>
              <a:rPr lang="en-US" dirty="0"/>
              <a:t>Increasing variance</a:t>
            </a:r>
          </a:p>
          <a:p>
            <a:pPr marL="285750" indent="-285750">
              <a:buFont typeface="Arial" panose="020B0604020202020204" pitchFamily="34" charset="0"/>
              <a:buChar char="•"/>
            </a:pPr>
            <a:r>
              <a:rPr lang="en-AU" dirty="0"/>
              <a:t>Strong seasonality</a:t>
            </a:r>
          </a:p>
          <a:p>
            <a:pPr marL="285750" indent="-285750">
              <a:buFont typeface="Arial" panose="020B0604020202020204" pitchFamily="34" charset="0"/>
              <a:buChar char="•"/>
            </a:pPr>
            <a:r>
              <a:rPr lang="en-AU" dirty="0"/>
              <a:t>Upward trend</a:t>
            </a:r>
          </a:p>
          <a:p>
            <a:pPr marL="285750" indent="-285750">
              <a:buFont typeface="Arial" panose="020B0604020202020204" pitchFamily="34" charset="0"/>
              <a:buChar char="•"/>
            </a:pPr>
            <a:r>
              <a:rPr lang="en-AU" dirty="0"/>
              <a:t>Steep drop due to covid-19 restrictions</a:t>
            </a:r>
          </a:p>
        </p:txBody>
      </p:sp>
    </p:spTree>
    <p:extLst>
      <p:ext uri="{BB962C8B-B14F-4D97-AF65-F5344CB8AC3E}">
        <p14:creationId xmlns:p14="http://schemas.microsoft.com/office/powerpoint/2010/main" val="16875377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Digital camera lens close up">
            <a:extLst>
              <a:ext uri="{FF2B5EF4-FFF2-40B4-BE49-F238E27FC236}">
                <a16:creationId xmlns:a16="http://schemas.microsoft.com/office/drawing/2014/main" id="{4A177F6D-3618-2E1D-F0B1-CEF56745EB25}"/>
              </a:ext>
            </a:extLst>
          </p:cNvPr>
          <p:cNvPicPr>
            <a:picLocks noChangeAspect="1"/>
          </p:cNvPicPr>
          <p:nvPr/>
        </p:nvPicPr>
        <p:blipFill>
          <a:blip r:embed="rId2"/>
          <a:srcRect l="15678" r="31811" b="-2"/>
          <a:stretch>
            <a:fillRect/>
          </a:stretch>
        </p:blipFill>
        <p:spPr>
          <a:xfrm>
            <a:off x="20" y="-1"/>
            <a:ext cx="539494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2" name="Title 1">
            <a:extLst>
              <a:ext uri="{FF2B5EF4-FFF2-40B4-BE49-F238E27FC236}">
                <a16:creationId xmlns:a16="http://schemas.microsoft.com/office/drawing/2014/main" id="{40B9EE41-926E-E6E3-DCBB-D3F89799C6ED}"/>
              </a:ext>
            </a:extLst>
          </p:cNvPr>
          <p:cNvSpPr>
            <a:spLocks noGrp="1"/>
          </p:cNvSpPr>
          <p:nvPr>
            <p:ph type="ctrTitle"/>
          </p:nvPr>
        </p:nvSpPr>
        <p:spPr>
          <a:xfrm>
            <a:off x="5380563" y="1678665"/>
            <a:ext cx="3887839" cy="2372168"/>
          </a:xfrm>
        </p:spPr>
        <p:txBody>
          <a:bodyPr>
            <a:normAutofit/>
          </a:bodyPr>
          <a:lstStyle/>
          <a:p>
            <a:r>
              <a:rPr lang="en-US" sz="5600" dirty="0"/>
              <a:t>Objective</a:t>
            </a:r>
            <a:endParaRPr lang="en-AU" sz="5600" dirty="0"/>
          </a:p>
        </p:txBody>
      </p:sp>
      <p:sp>
        <p:nvSpPr>
          <p:cNvPr id="3" name="Subtitle 2">
            <a:extLst>
              <a:ext uri="{FF2B5EF4-FFF2-40B4-BE49-F238E27FC236}">
                <a16:creationId xmlns:a16="http://schemas.microsoft.com/office/drawing/2014/main" id="{E5A96028-0CB0-4EE9-042A-CD88338209C5}"/>
              </a:ext>
            </a:extLst>
          </p:cNvPr>
          <p:cNvSpPr>
            <a:spLocks noGrp="1"/>
          </p:cNvSpPr>
          <p:nvPr>
            <p:ph type="subTitle" idx="1"/>
          </p:nvPr>
        </p:nvSpPr>
        <p:spPr>
          <a:xfrm>
            <a:off x="5380563" y="4050833"/>
            <a:ext cx="3893440" cy="1096899"/>
          </a:xfrm>
        </p:spPr>
        <p:txBody>
          <a:bodyPr>
            <a:normAutofit fontScale="92500" lnSpcReduction="10000"/>
          </a:bodyPr>
          <a:lstStyle/>
          <a:p>
            <a:r>
              <a:rPr lang="en-US" dirty="0"/>
              <a:t>T Forecast model that captures the trend and seasonality and generate accurate predictions for the next three years</a:t>
            </a:r>
            <a:endParaRPr lang="en-AU" dirty="0"/>
          </a:p>
        </p:txBody>
      </p:sp>
    </p:spTree>
    <p:extLst>
      <p:ext uri="{BB962C8B-B14F-4D97-AF65-F5344CB8AC3E}">
        <p14:creationId xmlns:p14="http://schemas.microsoft.com/office/powerpoint/2010/main" val="3199882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09EA7EA7-74F5-4EE2-8E3D-1A10308259D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32" name="Straight Connector 31">
              <a:extLst>
                <a:ext uri="{FF2B5EF4-FFF2-40B4-BE49-F238E27FC236}">
                  <a16:creationId xmlns:a16="http://schemas.microsoft.com/office/drawing/2014/main" id="{A5CE79B5-7EE4-424D-AD14-5DEFB61B85C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696C926F-F999-44BA-8D86-9EAB51D6501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4" name="Rectangle 23">
              <a:extLst>
                <a:ext uri="{FF2B5EF4-FFF2-40B4-BE49-F238E27FC236}">
                  <a16:creationId xmlns:a16="http://schemas.microsoft.com/office/drawing/2014/main" id="{248745E7-0AF0-48F9-8E58-2673FC5F4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35" name="Rectangle 25">
              <a:extLst>
                <a:ext uri="{FF2B5EF4-FFF2-40B4-BE49-F238E27FC236}">
                  <a16:creationId xmlns:a16="http://schemas.microsoft.com/office/drawing/2014/main" id="{9715E81A-D2E0-4431-9370-4E4A9ECA7F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36" name="Isosceles Triangle 35">
              <a:extLst>
                <a:ext uri="{FF2B5EF4-FFF2-40B4-BE49-F238E27FC236}">
                  <a16:creationId xmlns:a16="http://schemas.microsoft.com/office/drawing/2014/main" id="{CEDB37A9-282D-4DDB-85AD-B2090A825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37" name="Rectangle 27">
              <a:extLst>
                <a:ext uri="{FF2B5EF4-FFF2-40B4-BE49-F238E27FC236}">
                  <a16:creationId xmlns:a16="http://schemas.microsoft.com/office/drawing/2014/main" id="{533D5933-7F91-4F5E-BC31-42FD0E2D8D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38" name="Rectangle 28">
              <a:extLst>
                <a:ext uri="{FF2B5EF4-FFF2-40B4-BE49-F238E27FC236}">
                  <a16:creationId xmlns:a16="http://schemas.microsoft.com/office/drawing/2014/main" id="{37ADDF68-C9BE-46EA-83DE-2C07DD839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39" name="Rectangle 29">
              <a:extLst>
                <a:ext uri="{FF2B5EF4-FFF2-40B4-BE49-F238E27FC236}">
                  <a16:creationId xmlns:a16="http://schemas.microsoft.com/office/drawing/2014/main" id="{10D67396-BABD-48A8-A892-CCB5095FA4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40" name="Isosceles Triangle 39">
              <a:extLst>
                <a:ext uri="{FF2B5EF4-FFF2-40B4-BE49-F238E27FC236}">
                  <a16:creationId xmlns:a16="http://schemas.microsoft.com/office/drawing/2014/main" id="{626DA82A-72C2-4DF6-9CF0-0D1F6B96B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41" name="Isosceles Triangle 40">
              <a:extLst>
                <a:ext uri="{FF2B5EF4-FFF2-40B4-BE49-F238E27FC236}">
                  <a16:creationId xmlns:a16="http://schemas.microsoft.com/office/drawing/2014/main" id="{8EE6DC63-4380-4BE0-A68A-8F01162BD1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grpSp>
      <p:sp useBgFill="1">
        <p:nvSpPr>
          <p:cNvPr id="43" name="Rectangle 42">
            <a:extLst>
              <a:ext uri="{FF2B5EF4-FFF2-40B4-BE49-F238E27FC236}">
                <a16:creationId xmlns:a16="http://schemas.microsoft.com/office/drawing/2014/main" id="{86C16C40-7C29-4ACC-B851-7E08E459B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5" name="Group 44">
            <a:extLst>
              <a:ext uri="{FF2B5EF4-FFF2-40B4-BE49-F238E27FC236}">
                <a16:creationId xmlns:a16="http://schemas.microsoft.com/office/drawing/2014/main" id="{CDD733AE-DD5E-4C77-8BCD-72BF12A06B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46" name="Straight Connector 45">
              <a:extLst>
                <a:ext uri="{FF2B5EF4-FFF2-40B4-BE49-F238E27FC236}">
                  <a16:creationId xmlns:a16="http://schemas.microsoft.com/office/drawing/2014/main" id="{51DE90A4-932E-4370-BA07-30F43254C0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6A19CA4A-B208-452A-8BE4-BC6940D33D4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sp>
          <p:nvSpPr>
            <p:cNvPr id="48" name="Rectangle 23">
              <a:extLst>
                <a:ext uri="{FF2B5EF4-FFF2-40B4-BE49-F238E27FC236}">
                  <a16:creationId xmlns:a16="http://schemas.microsoft.com/office/drawing/2014/main" id="{B74F8D3E-E618-4DE3-A0CC-B4904BB5D5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49" name="Rectangle 25">
              <a:extLst>
                <a:ext uri="{FF2B5EF4-FFF2-40B4-BE49-F238E27FC236}">
                  <a16:creationId xmlns:a16="http://schemas.microsoft.com/office/drawing/2014/main" id="{299DA406-C54B-4E31-867D-FAF8DCE704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50" name="Isosceles Triangle 49">
              <a:extLst>
                <a:ext uri="{FF2B5EF4-FFF2-40B4-BE49-F238E27FC236}">
                  <a16:creationId xmlns:a16="http://schemas.microsoft.com/office/drawing/2014/main" id="{A1E16883-5140-47C4-A9AD-AD6598AC3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51" name="Rectangle 27">
              <a:extLst>
                <a:ext uri="{FF2B5EF4-FFF2-40B4-BE49-F238E27FC236}">
                  <a16:creationId xmlns:a16="http://schemas.microsoft.com/office/drawing/2014/main" id="{4CD848DC-8A2A-4093-9BDD-7AF4B6A27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52" name="Rectangle 28">
              <a:extLst>
                <a:ext uri="{FF2B5EF4-FFF2-40B4-BE49-F238E27FC236}">
                  <a16:creationId xmlns:a16="http://schemas.microsoft.com/office/drawing/2014/main" id="{34635A4D-E9CE-4B78-912A-479EA4512B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53" name="Rectangle 29">
              <a:extLst>
                <a:ext uri="{FF2B5EF4-FFF2-40B4-BE49-F238E27FC236}">
                  <a16:creationId xmlns:a16="http://schemas.microsoft.com/office/drawing/2014/main" id="{D663A5EE-5581-44F3-8F98-688755F63E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54" name="Isosceles Triangle 53">
              <a:extLst>
                <a:ext uri="{FF2B5EF4-FFF2-40B4-BE49-F238E27FC236}">
                  <a16:creationId xmlns:a16="http://schemas.microsoft.com/office/drawing/2014/main" id="{B1E84E6A-F5AE-4F4D-98F2-82FE4FCC26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55" name="Isosceles Triangle 54">
              <a:extLst>
                <a:ext uri="{FF2B5EF4-FFF2-40B4-BE49-F238E27FC236}">
                  <a16:creationId xmlns:a16="http://schemas.microsoft.com/office/drawing/2014/main" id="{DDE7DDC9-17D4-4686-833D-48F8733B4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grpSp>
      <p:sp>
        <p:nvSpPr>
          <p:cNvPr id="2" name="Title 1">
            <a:extLst>
              <a:ext uri="{FF2B5EF4-FFF2-40B4-BE49-F238E27FC236}">
                <a16:creationId xmlns:a16="http://schemas.microsoft.com/office/drawing/2014/main" id="{84E48DBA-66A3-23A9-2474-2B1F47EE30CB}"/>
              </a:ext>
            </a:extLst>
          </p:cNvPr>
          <p:cNvSpPr>
            <a:spLocks noGrp="1"/>
          </p:cNvSpPr>
          <p:nvPr>
            <p:ph type="ctrTitle"/>
          </p:nvPr>
        </p:nvSpPr>
        <p:spPr>
          <a:xfrm>
            <a:off x="677334" y="609600"/>
            <a:ext cx="8596668" cy="903514"/>
          </a:xfrm>
        </p:spPr>
        <p:txBody>
          <a:bodyPr vert="horz" lIns="91440" tIns="45720" rIns="91440" bIns="45720" rtlCol="0" anchor="t">
            <a:normAutofit/>
          </a:bodyPr>
          <a:lstStyle/>
          <a:p>
            <a:pPr algn="l" defTabSz="457200"/>
            <a:r>
              <a:rPr lang="en-US" sz="3600" dirty="0">
                <a:solidFill>
                  <a:schemeClr val="accent1"/>
                </a:solidFill>
              </a:rPr>
              <a:t>Methodology ( Slide 1)</a:t>
            </a:r>
          </a:p>
        </p:txBody>
      </p:sp>
      <p:sp>
        <p:nvSpPr>
          <p:cNvPr id="3" name="Subtitle 2">
            <a:extLst>
              <a:ext uri="{FF2B5EF4-FFF2-40B4-BE49-F238E27FC236}">
                <a16:creationId xmlns:a16="http://schemas.microsoft.com/office/drawing/2014/main" id="{9157298B-37EE-6F2F-7D99-6EF91D88699E}"/>
              </a:ext>
            </a:extLst>
          </p:cNvPr>
          <p:cNvSpPr>
            <a:spLocks noGrp="1"/>
          </p:cNvSpPr>
          <p:nvPr>
            <p:ph type="subTitle" idx="1"/>
          </p:nvPr>
        </p:nvSpPr>
        <p:spPr>
          <a:xfrm>
            <a:off x="677334" y="2160589"/>
            <a:ext cx="8596668" cy="3880773"/>
          </a:xfrm>
        </p:spPr>
        <p:txBody>
          <a:bodyPr vert="horz" lIns="91440" tIns="45720" rIns="91440" bIns="45720" rtlCol="0">
            <a:normAutofit/>
          </a:bodyPr>
          <a:lstStyle/>
          <a:p>
            <a:pPr algn="l" defTabSz="457200">
              <a:spcBef>
                <a:spcPts val="1000"/>
              </a:spcBef>
              <a:buFont typeface="Wingdings 3" charset="2"/>
              <a:buChar char=""/>
            </a:pPr>
            <a:r>
              <a:rPr lang="en-US">
                <a:solidFill>
                  <a:schemeClr val="tx1">
                    <a:lumMod val="75000"/>
                    <a:lumOff val="25000"/>
                  </a:schemeClr>
                </a:solidFill>
              </a:rPr>
              <a:t>Data of New Zealand visitors to Australia was collected from Australian Bureue of Investigation.</a:t>
            </a:r>
          </a:p>
          <a:p>
            <a:pPr algn="l" defTabSz="457200">
              <a:spcBef>
                <a:spcPts val="1000"/>
              </a:spcBef>
              <a:buFont typeface="Wingdings 3" charset="2"/>
              <a:buChar char=""/>
            </a:pPr>
            <a:r>
              <a:rPr lang="en-US">
                <a:solidFill>
                  <a:schemeClr val="tx1">
                    <a:lumMod val="75000"/>
                    <a:lumOff val="25000"/>
                  </a:schemeClr>
                </a:solidFill>
              </a:rPr>
              <a:t>After analyzing the monthly data from 1991 – 2025 sarima was chosen as our tool to forecast the future. </a:t>
            </a:r>
          </a:p>
          <a:p>
            <a:pPr algn="l" defTabSz="457200">
              <a:spcBef>
                <a:spcPts val="1000"/>
              </a:spcBef>
              <a:buFont typeface="Wingdings 3" charset="2"/>
              <a:buChar char=""/>
            </a:pPr>
            <a:r>
              <a:rPr lang="en-US">
                <a:solidFill>
                  <a:schemeClr val="tx1">
                    <a:lumMod val="75000"/>
                    <a:lumOff val="25000"/>
                  </a:schemeClr>
                </a:solidFill>
              </a:rPr>
              <a:t>Logarithmic transformation to deal with the increasing variance</a:t>
            </a:r>
          </a:p>
          <a:p>
            <a:pPr algn="l" defTabSz="457200">
              <a:spcBef>
                <a:spcPts val="1000"/>
              </a:spcBef>
              <a:buFont typeface="Wingdings 3" charset="2"/>
              <a:buChar char=""/>
            </a:pPr>
            <a:r>
              <a:rPr lang="en-US">
                <a:solidFill>
                  <a:schemeClr val="tx1">
                    <a:lumMod val="75000"/>
                    <a:lumOff val="25000"/>
                  </a:schemeClr>
                </a:solidFill>
              </a:rPr>
              <a:t>Transformed data already showed it was stationary from ADF test first-order differencing was ignored.</a:t>
            </a:r>
          </a:p>
          <a:p>
            <a:pPr algn="l" defTabSz="457200">
              <a:spcBef>
                <a:spcPts val="1000"/>
              </a:spcBef>
              <a:buFont typeface="Wingdings 3" charset="2"/>
              <a:buChar char=""/>
            </a:pPr>
            <a:r>
              <a:rPr lang="en-US">
                <a:solidFill>
                  <a:schemeClr val="tx1">
                    <a:lumMod val="75000"/>
                    <a:lumOff val="25000"/>
                  </a:schemeClr>
                </a:solidFill>
              </a:rPr>
              <a:t>The data had strong seasonality visually therefore seasonal differencing was performed.</a:t>
            </a:r>
          </a:p>
          <a:p>
            <a:pPr algn="l" defTabSz="457200">
              <a:spcBef>
                <a:spcPts val="1000"/>
              </a:spcBef>
              <a:buFont typeface="Wingdings 3" charset="2"/>
              <a:buChar char=""/>
            </a:pPr>
            <a:r>
              <a:rPr lang="en-US">
                <a:solidFill>
                  <a:schemeClr val="tx1">
                    <a:lumMod val="75000"/>
                    <a:lumOff val="25000"/>
                  </a:schemeClr>
                </a:solidFill>
              </a:rPr>
              <a:t>ADF test after differencing had a p-value of 0.01</a:t>
            </a:r>
          </a:p>
        </p:txBody>
      </p:sp>
    </p:spTree>
    <p:extLst>
      <p:ext uri="{BB962C8B-B14F-4D97-AF65-F5344CB8AC3E}">
        <p14:creationId xmlns:p14="http://schemas.microsoft.com/office/powerpoint/2010/main" val="2363115610"/>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09EA7EA7-74F5-4EE2-8E3D-1A10308259D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5" name="Straight Connector 24">
              <a:extLst>
                <a:ext uri="{FF2B5EF4-FFF2-40B4-BE49-F238E27FC236}">
                  <a16:creationId xmlns:a16="http://schemas.microsoft.com/office/drawing/2014/main" id="{A5CE79B5-7EE4-424D-AD14-5DEFB61B85C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696C926F-F999-44BA-8D86-9EAB51D6501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7" name="Rectangle 23">
              <a:extLst>
                <a:ext uri="{FF2B5EF4-FFF2-40B4-BE49-F238E27FC236}">
                  <a16:creationId xmlns:a16="http://schemas.microsoft.com/office/drawing/2014/main" id="{248745E7-0AF0-48F9-8E58-2673FC5F4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8" name="Rectangle 25">
              <a:extLst>
                <a:ext uri="{FF2B5EF4-FFF2-40B4-BE49-F238E27FC236}">
                  <a16:creationId xmlns:a16="http://schemas.microsoft.com/office/drawing/2014/main" id="{9715E81A-D2E0-4431-9370-4E4A9ECA7F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9" name="Isosceles Triangle 28">
              <a:extLst>
                <a:ext uri="{FF2B5EF4-FFF2-40B4-BE49-F238E27FC236}">
                  <a16:creationId xmlns:a16="http://schemas.microsoft.com/office/drawing/2014/main" id="{CEDB37A9-282D-4DDB-85AD-B2090A825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30" name="Rectangle 27">
              <a:extLst>
                <a:ext uri="{FF2B5EF4-FFF2-40B4-BE49-F238E27FC236}">
                  <a16:creationId xmlns:a16="http://schemas.microsoft.com/office/drawing/2014/main" id="{533D5933-7F91-4F5E-BC31-42FD0E2D8D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31" name="Rectangle 28">
              <a:extLst>
                <a:ext uri="{FF2B5EF4-FFF2-40B4-BE49-F238E27FC236}">
                  <a16:creationId xmlns:a16="http://schemas.microsoft.com/office/drawing/2014/main" id="{37ADDF68-C9BE-46EA-83DE-2C07DD839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32" name="Rectangle 29">
              <a:extLst>
                <a:ext uri="{FF2B5EF4-FFF2-40B4-BE49-F238E27FC236}">
                  <a16:creationId xmlns:a16="http://schemas.microsoft.com/office/drawing/2014/main" id="{10D67396-BABD-48A8-A892-CCB5095FA4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33" name="Isosceles Triangle 32">
              <a:extLst>
                <a:ext uri="{FF2B5EF4-FFF2-40B4-BE49-F238E27FC236}">
                  <a16:creationId xmlns:a16="http://schemas.microsoft.com/office/drawing/2014/main" id="{626DA82A-72C2-4DF6-9CF0-0D1F6B96B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34" name="Isosceles Triangle 33">
              <a:extLst>
                <a:ext uri="{FF2B5EF4-FFF2-40B4-BE49-F238E27FC236}">
                  <a16:creationId xmlns:a16="http://schemas.microsoft.com/office/drawing/2014/main" id="{8EE6DC63-4380-4BE0-A68A-8F01162BD1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grpSp>
      <p:sp useBgFill="1">
        <p:nvSpPr>
          <p:cNvPr id="36" name="Rectangle 35">
            <a:extLst>
              <a:ext uri="{FF2B5EF4-FFF2-40B4-BE49-F238E27FC236}">
                <a16:creationId xmlns:a16="http://schemas.microsoft.com/office/drawing/2014/main" id="{86C16C40-7C29-4ACC-B851-7E08E459B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8" name="Group 37">
            <a:extLst>
              <a:ext uri="{FF2B5EF4-FFF2-40B4-BE49-F238E27FC236}">
                <a16:creationId xmlns:a16="http://schemas.microsoft.com/office/drawing/2014/main" id="{CDD733AE-DD5E-4C77-8BCD-72BF12A06B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39" name="Straight Connector 38">
              <a:extLst>
                <a:ext uri="{FF2B5EF4-FFF2-40B4-BE49-F238E27FC236}">
                  <a16:creationId xmlns:a16="http://schemas.microsoft.com/office/drawing/2014/main" id="{51DE90A4-932E-4370-BA07-30F43254C0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6A19CA4A-B208-452A-8BE4-BC6940D33D4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sp>
          <p:nvSpPr>
            <p:cNvPr id="41" name="Rectangle 23">
              <a:extLst>
                <a:ext uri="{FF2B5EF4-FFF2-40B4-BE49-F238E27FC236}">
                  <a16:creationId xmlns:a16="http://schemas.microsoft.com/office/drawing/2014/main" id="{B74F8D3E-E618-4DE3-A0CC-B4904BB5D5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42" name="Rectangle 25">
              <a:extLst>
                <a:ext uri="{FF2B5EF4-FFF2-40B4-BE49-F238E27FC236}">
                  <a16:creationId xmlns:a16="http://schemas.microsoft.com/office/drawing/2014/main" id="{299DA406-C54B-4E31-867D-FAF8DCE704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43" name="Isosceles Triangle 42">
              <a:extLst>
                <a:ext uri="{FF2B5EF4-FFF2-40B4-BE49-F238E27FC236}">
                  <a16:creationId xmlns:a16="http://schemas.microsoft.com/office/drawing/2014/main" id="{A1E16883-5140-47C4-A9AD-AD6598AC3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44" name="Rectangle 27">
              <a:extLst>
                <a:ext uri="{FF2B5EF4-FFF2-40B4-BE49-F238E27FC236}">
                  <a16:creationId xmlns:a16="http://schemas.microsoft.com/office/drawing/2014/main" id="{4CD848DC-8A2A-4093-9BDD-7AF4B6A27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45" name="Rectangle 28">
              <a:extLst>
                <a:ext uri="{FF2B5EF4-FFF2-40B4-BE49-F238E27FC236}">
                  <a16:creationId xmlns:a16="http://schemas.microsoft.com/office/drawing/2014/main" id="{34635A4D-E9CE-4B78-912A-479EA4512B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46" name="Rectangle 29">
              <a:extLst>
                <a:ext uri="{FF2B5EF4-FFF2-40B4-BE49-F238E27FC236}">
                  <a16:creationId xmlns:a16="http://schemas.microsoft.com/office/drawing/2014/main" id="{D663A5EE-5581-44F3-8F98-688755F63E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47" name="Isosceles Triangle 46">
              <a:extLst>
                <a:ext uri="{FF2B5EF4-FFF2-40B4-BE49-F238E27FC236}">
                  <a16:creationId xmlns:a16="http://schemas.microsoft.com/office/drawing/2014/main" id="{B1E84E6A-F5AE-4F4D-98F2-82FE4FCC26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48" name="Isosceles Triangle 47">
              <a:extLst>
                <a:ext uri="{FF2B5EF4-FFF2-40B4-BE49-F238E27FC236}">
                  <a16:creationId xmlns:a16="http://schemas.microsoft.com/office/drawing/2014/main" id="{DDE7DDC9-17D4-4686-833D-48F8733B4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grpSp>
      <p:sp>
        <p:nvSpPr>
          <p:cNvPr id="2" name="Title 1">
            <a:extLst>
              <a:ext uri="{FF2B5EF4-FFF2-40B4-BE49-F238E27FC236}">
                <a16:creationId xmlns:a16="http://schemas.microsoft.com/office/drawing/2014/main" id="{FB44E747-2B3B-0172-5C25-2C4EBD6A7EE6}"/>
              </a:ext>
            </a:extLst>
          </p:cNvPr>
          <p:cNvSpPr>
            <a:spLocks noGrp="1"/>
          </p:cNvSpPr>
          <p:nvPr>
            <p:ph type="ctrTitle"/>
          </p:nvPr>
        </p:nvSpPr>
        <p:spPr>
          <a:xfrm>
            <a:off x="677334" y="609600"/>
            <a:ext cx="8596668" cy="1320800"/>
          </a:xfrm>
        </p:spPr>
        <p:txBody>
          <a:bodyPr vert="horz" lIns="91440" tIns="45720" rIns="91440" bIns="45720" rtlCol="0" anchor="t">
            <a:normAutofit/>
          </a:bodyPr>
          <a:lstStyle/>
          <a:p>
            <a:pPr algn="l" defTabSz="457200"/>
            <a:r>
              <a:rPr lang="en-US" sz="3600" dirty="0">
                <a:solidFill>
                  <a:schemeClr val="accent1"/>
                </a:solidFill>
              </a:rPr>
              <a:t>Methodology Slide 2</a:t>
            </a:r>
          </a:p>
        </p:txBody>
      </p:sp>
      <p:sp>
        <p:nvSpPr>
          <p:cNvPr id="3" name="Subtitle 2">
            <a:extLst>
              <a:ext uri="{FF2B5EF4-FFF2-40B4-BE49-F238E27FC236}">
                <a16:creationId xmlns:a16="http://schemas.microsoft.com/office/drawing/2014/main" id="{1C3D5E0F-AE78-42A5-783C-94075EBF0B1D}"/>
              </a:ext>
            </a:extLst>
          </p:cNvPr>
          <p:cNvSpPr>
            <a:spLocks noGrp="1"/>
          </p:cNvSpPr>
          <p:nvPr>
            <p:ph type="subTitle" idx="1"/>
          </p:nvPr>
        </p:nvSpPr>
        <p:spPr>
          <a:xfrm>
            <a:off x="677334" y="2160589"/>
            <a:ext cx="8596668" cy="3880773"/>
          </a:xfrm>
        </p:spPr>
        <p:txBody>
          <a:bodyPr vert="horz" lIns="91440" tIns="45720" rIns="91440" bIns="45720" rtlCol="0">
            <a:normAutofit/>
          </a:bodyPr>
          <a:lstStyle/>
          <a:p>
            <a:pPr algn="l" defTabSz="457200">
              <a:spcBef>
                <a:spcPts val="1000"/>
              </a:spcBef>
              <a:buFont typeface="Wingdings 3" charset="2"/>
              <a:buChar char=""/>
            </a:pPr>
            <a:r>
              <a:rPr lang="en-US" sz="2000" dirty="0">
                <a:solidFill>
                  <a:schemeClr val="tx1">
                    <a:lumMod val="75000"/>
                    <a:lumOff val="25000"/>
                  </a:schemeClr>
                </a:solidFill>
              </a:rPr>
              <a:t>ACF and PACF curve revealed seasonal patterns along with a sinusoidal </a:t>
            </a:r>
            <a:r>
              <a:rPr lang="en-US" sz="2000" dirty="0" err="1">
                <a:solidFill>
                  <a:schemeClr val="tx1">
                    <a:lumMod val="75000"/>
                    <a:lumOff val="25000"/>
                  </a:schemeClr>
                </a:solidFill>
              </a:rPr>
              <a:t>behaviour</a:t>
            </a:r>
            <a:r>
              <a:rPr lang="en-US" sz="2000" dirty="0">
                <a:solidFill>
                  <a:schemeClr val="tx1">
                    <a:lumMod val="75000"/>
                    <a:lumOff val="25000"/>
                  </a:schemeClr>
                </a:solidFill>
              </a:rPr>
              <a:t> in the ACF curve</a:t>
            </a:r>
          </a:p>
          <a:p>
            <a:pPr algn="l" defTabSz="457200">
              <a:spcBef>
                <a:spcPts val="1000"/>
              </a:spcBef>
              <a:buFont typeface="Wingdings 3" charset="2"/>
              <a:buChar char=""/>
            </a:pPr>
            <a:r>
              <a:rPr lang="en-US" sz="2000" dirty="0">
                <a:solidFill>
                  <a:schemeClr val="tx1">
                    <a:lumMod val="75000"/>
                    <a:lumOff val="25000"/>
                  </a:schemeClr>
                </a:solidFill>
              </a:rPr>
              <a:t>Sarima models where (p,0,q)(P,1,Q) with different combinations where modelled to find the best model. Where d=0, due to no first order </a:t>
            </a:r>
            <a:r>
              <a:rPr lang="en-US" sz="2000" dirty="0" err="1">
                <a:solidFill>
                  <a:schemeClr val="tx1">
                    <a:lumMod val="75000"/>
                    <a:lumOff val="25000"/>
                  </a:schemeClr>
                </a:solidFill>
              </a:rPr>
              <a:t>differenecing</a:t>
            </a:r>
            <a:r>
              <a:rPr lang="en-US" sz="2000" dirty="0">
                <a:solidFill>
                  <a:schemeClr val="tx1">
                    <a:lumMod val="75000"/>
                    <a:lumOff val="25000"/>
                  </a:schemeClr>
                </a:solidFill>
              </a:rPr>
              <a:t> and D=1,due seasonal differencing was implemented</a:t>
            </a:r>
          </a:p>
          <a:p>
            <a:pPr algn="l" defTabSz="457200">
              <a:spcBef>
                <a:spcPts val="1000"/>
              </a:spcBef>
              <a:buFont typeface="Wingdings 3" charset="2"/>
              <a:buChar char=""/>
            </a:pPr>
            <a:r>
              <a:rPr lang="en-US" sz="2000" dirty="0">
                <a:solidFill>
                  <a:schemeClr val="tx1">
                    <a:lumMod val="75000"/>
                    <a:lumOff val="25000"/>
                  </a:schemeClr>
                </a:solidFill>
              </a:rPr>
              <a:t>Best model was chosen with the least AIC and BIC scores</a:t>
            </a:r>
          </a:p>
          <a:p>
            <a:pPr algn="l" defTabSz="457200">
              <a:spcBef>
                <a:spcPts val="1000"/>
              </a:spcBef>
              <a:buFont typeface="Wingdings 3" charset="2"/>
              <a:buChar char=""/>
            </a:pPr>
            <a:r>
              <a:rPr lang="en-US" sz="2000" dirty="0">
                <a:solidFill>
                  <a:schemeClr val="tx1">
                    <a:lumMod val="75000"/>
                    <a:lumOff val="25000"/>
                  </a:schemeClr>
                </a:solidFill>
              </a:rPr>
              <a:t>Residual diagnostics was unsatisfying revealing significant auto correlation with non-normal data distribution.</a:t>
            </a:r>
          </a:p>
          <a:p>
            <a:pPr algn="l" defTabSz="457200">
              <a:spcBef>
                <a:spcPts val="1000"/>
              </a:spcBef>
              <a:buFont typeface="Wingdings 3" charset="2"/>
              <a:buChar char=""/>
            </a:pPr>
            <a:r>
              <a:rPr lang="en-US" sz="2000" dirty="0">
                <a:solidFill>
                  <a:schemeClr val="tx1">
                    <a:lumMod val="75000"/>
                    <a:lumOff val="25000"/>
                  </a:schemeClr>
                </a:solidFill>
              </a:rPr>
              <a:t>Sarima model (1,0,1)(0,1,1)[12] was the best according to AIC and BIC scores.</a:t>
            </a:r>
          </a:p>
          <a:p>
            <a:pPr algn="l" defTabSz="457200">
              <a:spcBef>
                <a:spcPts val="1000"/>
              </a:spcBef>
              <a:buFont typeface="Wingdings 3" charset="2"/>
              <a:buChar char=""/>
            </a:pPr>
            <a:r>
              <a:rPr lang="en-US" sz="2000" dirty="0">
                <a:solidFill>
                  <a:schemeClr val="tx1">
                    <a:lumMod val="75000"/>
                    <a:lumOff val="25000"/>
                  </a:schemeClr>
                </a:solidFill>
              </a:rPr>
              <a:t>Forecasting  36 months ahead (2026-2028)</a:t>
            </a:r>
          </a:p>
        </p:txBody>
      </p:sp>
    </p:spTree>
    <p:extLst>
      <p:ext uri="{BB962C8B-B14F-4D97-AF65-F5344CB8AC3E}">
        <p14:creationId xmlns:p14="http://schemas.microsoft.com/office/powerpoint/2010/main" val="331128835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3" name="Group 32">
            <a:extLst>
              <a:ext uri="{FF2B5EF4-FFF2-40B4-BE49-F238E27FC236}">
                <a16:creationId xmlns:a16="http://schemas.microsoft.com/office/drawing/2014/main" id="{609316A9-990D-4EC3-A671-70EE5C1493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0" name="Straight Connector 9">
              <a:extLst>
                <a:ext uri="{FF2B5EF4-FFF2-40B4-BE49-F238E27FC236}">
                  <a16:creationId xmlns:a16="http://schemas.microsoft.com/office/drawing/2014/main" id="{9B0C6109-9159-49CA-AD7A-F9035539DB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686F14F5-308C-4EB6-87AB-05DE9501B1A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5" name="Rectangle 23">
              <a:extLst>
                <a:ext uri="{FF2B5EF4-FFF2-40B4-BE49-F238E27FC236}">
                  <a16:creationId xmlns:a16="http://schemas.microsoft.com/office/drawing/2014/main" id="{BA032363-A188-47C5-9D59-9B788809DC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36" name="Rectangle 25">
              <a:extLst>
                <a:ext uri="{FF2B5EF4-FFF2-40B4-BE49-F238E27FC236}">
                  <a16:creationId xmlns:a16="http://schemas.microsoft.com/office/drawing/2014/main" id="{2C4077DF-6BB9-4069-AD28-6B1664EBB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37" name="Isosceles Triangle 36">
              <a:extLst>
                <a:ext uri="{FF2B5EF4-FFF2-40B4-BE49-F238E27FC236}">
                  <a16:creationId xmlns:a16="http://schemas.microsoft.com/office/drawing/2014/main" id="{1D2B8B50-3419-41ED-9A9F-3CF9EEB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38" name="Rectangle 27">
              <a:extLst>
                <a:ext uri="{FF2B5EF4-FFF2-40B4-BE49-F238E27FC236}">
                  <a16:creationId xmlns:a16="http://schemas.microsoft.com/office/drawing/2014/main" id="{5C640498-2E73-4FA2-BEB6-C3596A458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39" name="Rectangle 28">
              <a:extLst>
                <a:ext uri="{FF2B5EF4-FFF2-40B4-BE49-F238E27FC236}">
                  <a16:creationId xmlns:a16="http://schemas.microsoft.com/office/drawing/2014/main" id="{3240EEFC-4112-4C39-A816-C815774F6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40" name="Rectangle 29">
              <a:extLst>
                <a:ext uri="{FF2B5EF4-FFF2-40B4-BE49-F238E27FC236}">
                  <a16:creationId xmlns:a16="http://schemas.microsoft.com/office/drawing/2014/main" id="{ADF362B0-03EA-4800-9FAA-9F128587E4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41" name="Isosceles Triangle 40">
              <a:extLst>
                <a:ext uri="{FF2B5EF4-FFF2-40B4-BE49-F238E27FC236}">
                  <a16:creationId xmlns:a16="http://schemas.microsoft.com/office/drawing/2014/main" id="{0BA84559-2F4C-4795-9246-4C563F942D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42" name="Isosceles Triangle 41">
              <a:extLst>
                <a:ext uri="{FF2B5EF4-FFF2-40B4-BE49-F238E27FC236}">
                  <a16:creationId xmlns:a16="http://schemas.microsoft.com/office/drawing/2014/main" id="{FA77A1AA-CA47-4A91-A0A1-0A8CE31A9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grpSp>
      <p:sp>
        <p:nvSpPr>
          <p:cNvPr id="43" name="Rectangle 42">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4" name="Group 43">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4" name="Straight Connector 23">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5"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6"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46" name="Isosceles Triangle 45">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8"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47"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30"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31" name="Isosceles Triangle 30">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32" name="Isosceles Triangle 31">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grpSp>
      <p:sp>
        <p:nvSpPr>
          <p:cNvPr id="34" name="Rectangle 33">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graph showing a graph&#10;&#10;AI-generated content may be incorrect.">
            <a:extLst>
              <a:ext uri="{FF2B5EF4-FFF2-40B4-BE49-F238E27FC236}">
                <a16:creationId xmlns:a16="http://schemas.microsoft.com/office/drawing/2014/main" id="{FFF287AA-E60D-0A50-38F2-50246EF5AC58}"/>
              </a:ext>
            </a:extLst>
          </p:cNvPr>
          <p:cNvPicPr>
            <a:picLocks noGrp="1" noChangeAspect="1"/>
          </p:cNvPicPr>
          <p:nvPr>
            <p:ph idx="1"/>
          </p:nvPr>
        </p:nvPicPr>
        <p:blipFill>
          <a:blip r:embed="rId2"/>
          <a:stretch>
            <a:fillRect/>
          </a:stretch>
        </p:blipFill>
        <p:spPr>
          <a:xfrm>
            <a:off x="1923859" y="1131994"/>
            <a:ext cx="8346158" cy="4590386"/>
          </a:xfrm>
          <a:prstGeom prst="rect">
            <a:avLst/>
          </a:prstGeom>
        </p:spPr>
      </p:pic>
    </p:spTree>
    <p:extLst>
      <p:ext uri="{BB962C8B-B14F-4D97-AF65-F5344CB8AC3E}">
        <p14:creationId xmlns:p14="http://schemas.microsoft.com/office/powerpoint/2010/main" val="14779116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09316A9-990D-4EC3-A671-70EE5C1493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0" name="Straight Connector 9">
              <a:extLst>
                <a:ext uri="{FF2B5EF4-FFF2-40B4-BE49-F238E27FC236}">
                  <a16:creationId xmlns:a16="http://schemas.microsoft.com/office/drawing/2014/main" id="{9B0C6109-9159-49CA-AD7A-F9035539DB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686F14F5-308C-4EB6-87AB-05DE9501B1A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BA032363-A188-47C5-9D59-9B788809DC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3" name="Rectangle 25">
              <a:extLst>
                <a:ext uri="{FF2B5EF4-FFF2-40B4-BE49-F238E27FC236}">
                  <a16:creationId xmlns:a16="http://schemas.microsoft.com/office/drawing/2014/main" id="{2C4077DF-6BB9-4069-AD28-6B1664EBB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4" name="Isosceles Triangle 13">
              <a:extLst>
                <a:ext uri="{FF2B5EF4-FFF2-40B4-BE49-F238E27FC236}">
                  <a16:creationId xmlns:a16="http://schemas.microsoft.com/office/drawing/2014/main" id="{1D2B8B50-3419-41ED-9A9F-3CF9EEB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5" name="Rectangle 27">
              <a:extLst>
                <a:ext uri="{FF2B5EF4-FFF2-40B4-BE49-F238E27FC236}">
                  <a16:creationId xmlns:a16="http://schemas.microsoft.com/office/drawing/2014/main" id="{5C640498-2E73-4FA2-BEB6-C3596A458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6" name="Rectangle 28">
              <a:extLst>
                <a:ext uri="{FF2B5EF4-FFF2-40B4-BE49-F238E27FC236}">
                  <a16:creationId xmlns:a16="http://schemas.microsoft.com/office/drawing/2014/main" id="{3240EEFC-4112-4C39-A816-C815774F6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7" name="Rectangle 29">
              <a:extLst>
                <a:ext uri="{FF2B5EF4-FFF2-40B4-BE49-F238E27FC236}">
                  <a16:creationId xmlns:a16="http://schemas.microsoft.com/office/drawing/2014/main" id="{ADF362B0-03EA-4800-9FAA-9F128587E4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8" name="Isosceles Triangle 17">
              <a:extLst>
                <a:ext uri="{FF2B5EF4-FFF2-40B4-BE49-F238E27FC236}">
                  <a16:creationId xmlns:a16="http://schemas.microsoft.com/office/drawing/2014/main" id="{0BA84559-2F4C-4795-9246-4C563F942D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9" name="Isosceles Triangle 18">
              <a:extLst>
                <a:ext uri="{FF2B5EF4-FFF2-40B4-BE49-F238E27FC236}">
                  <a16:creationId xmlns:a16="http://schemas.microsoft.com/office/drawing/2014/main" id="{FA77A1AA-CA47-4A91-A0A1-0A8CE31A9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grpSp>
      <p:sp>
        <p:nvSpPr>
          <p:cNvPr id="21" name="Rectangle 20">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4" name="Straight Connector 23">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5"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6"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7" name="Isosceles Triangle 26">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8"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9"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30"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31" name="Isosceles Triangle 30">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32" name="Isosceles Triangle 31">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grpSp>
      <p:sp>
        <p:nvSpPr>
          <p:cNvPr id="34" name="Rectangle 33">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graph of a graph showing a number of different types of objects&#10;&#10;AI-generated content may be incorrect.">
            <a:extLst>
              <a:ext uri="{FF2B5EF4-FFF2-40B4-BE49-F238E27FC236}">
                <a16:creationId xmlns:a16="http://schemas.microsoft.com/office/drawing/2014/main" id="{9DBAEDEB-0FAE-6A5D-A0D5-1AC9B14BE5F6}"/>
              </a:ext>
            </a:extLst>
          </p:cNvPr>
          <p:cNvPicPr>
            <a:picLocks noGrp="1" noChangeAspect="1"/>
          </p:cNvPicPr>
          <p:nvPr>
            <p:ph idx="1"/>
          </p:nvPr>
        </p:nvPicPr>
        <p:blipFill>
          <a:blip r:embed="rId2"/>
          <a:stretch>
            <a:fillRect/>
          </a:stretch>
        </p:blipFill>
        <p:spPr>
          <a:xfrm>
            <a:off x="1923859" y="1131994"/>
            <a:ext cx="8346158" cy="4590386"/>
          </a:xfrm>
          <a:prstGeom prst="rect">
            <a:avLst/>
          </a:prstGeom>
        </p:spPr>
      </p:pic>
    </p:spTree>
    <p:extLst>
      <p:ext uri="{BB962C8B-B14F-4D97-AF65-F5344CB8AC3E}">
        <p14:creationId xmlns:p14="http://schemas.microsoft.com/office/powerpoint/2010/main" val="6643595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609316A9-990D-4EC3-A671-70EE5C1493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9B0C6109-9159-49CA-AD7A-F9035539DB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86F14F5-308C-4EB6-87AB-05DE9501B1A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A032363-A188-47C5-9D59-9B788809DC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4" name="Rectangle 25">
              <a:extLst>
                <a:ext uri="{FF2B5EF4-FFF2-40B4-BE49-F238E27FC236}">
                  <a16:creationId xmlns:a16="http://schemas.microsoft.com/office/drawing/2014/main" id="{2C4077DF-6BB9-4069-AD28-6B1664EBB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5" name="Isosceles Triangle 14">
              <a:extLst>
                <a:ext uri="{FF2B5EF4-FFF2-40B4-BE49-F238E27FC236}">
                  <a16:creationId xmlns:a16="http://schemas.microsoft.com/office/drawing/2014/main" id="{1D2B8B50-3419-41ED-9A9F-3CF9EEB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6" name="Rectangle 27">
              <a:extLst>
                <a:ext uri="{FF2B5EF4-FFF2-40B4-BE49-F238E27FC236}">
                  <a16:creationId xmlns:a16="http://schemas.microsoft.com/office/drawing/2014/main" id="{5C640498-2E73-4FA2-BEB6-C3596A458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7" name="Rectangle 28">
              <a:extLst>
                <a:ext uri="{FF2B5EF4-FFF2-40B4-BE49-F238E27FC236}">
                  <a16:creationId xmlns:a16="http://schemas.microsoft.com/office/drawing/2014/main" id="{3240EEFC-4112-4C39-A816-C815774F6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8" name="Rectangle 29">
              <a:extLst>
                <a:ext uri="{FF2B5EF4-FFF2-40B4-BE49-F238E27FC236}">
                  <a16:creationId xmlns:a16="http://schemas.microsoft.com/office/drawing/2014/main" id="{ADF362B0-03EA-4800-9FAA-9F128587E4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9" name="Isosceles Triangle 18">
              <a:extLst>
                <a:ext uri="{FF2B5EF4-FFF2-40B4-BE49-F238E27FC236}">
                  <a16:creationId xmlns:a16="http://schemas.microsoft.com/office/drawing/2014/main" id="{0BA84559-2F4C-4795-9246-4C563F942D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0" name="Isosceles Triangle 19">
              <a:extLst>
                <a:ext uri="{FF2B5EF4-FFF2-40B4-BE49-F238E27FC236}">
                  <a16:creationId xmlns:a16="http://schemas.microsoft.com/office/drawing/2014/main" id="{FA77A1AA-CA47-4A91-A0A1-0A8CE31A9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grpSp>
      <p:sp>
        <p:nvSpPr>
          <p:cNvPr id="22" name="Rectangle 21">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5" name="Straight Connector 24">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6"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7"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8" name="Isosceles Triangle 27">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9"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30"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31"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32" name="Isosceles Triangle 31">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33" name="Isosceles Triangle 32">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grpSp>
      <p:sp>
        <p:nvSpPr>
          <p:cNvPr id="35" name="Rectangle 34">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1A87223B-4172-9A4B-2103-7C5DFDF526AB}"/>
              </a:ext>
            </a:extLst>
          </p:cNvPr>
          <p:cNvPicPr>
            <a:picLocks noGrp="1" noChangeAspect="1"/>
          </p:cNvPicPr>
          <p:nvPr>
            <p:ph idx="1"/>
          </p:nvPr>
        </p:nvPicPr>
        <p:blipFill>
          <a:blip r:embed="rId2"/>
          <a:stretch>
            <a:fillRect/>
          </a:stretch>
        </p:blipFill>
        <p:spPr>
          <a:xfrm>
            <a:off x="1126309" y="2072690"/>
            <a:ext cx="9941259" cy="2708993"/>
          </a:xfrm>
          <a:prstGeom prst="rect">
            <a:avLst/>
          </a:prstGeom>
        </p:spPr>
      </p:pic>
      <p:sp>
        <p:nvSpPr>
          <p:cNvPr id="2" name="TextBox 1">
            <a:extLst>
              <a:ext uri="{FF2B5EF4-FFF2-40B4-BE49-F238E27FC236}">
                <a16:creationId xmlns:a16="http://schemas.microsoft.com/office/drawing/2014/main" id="{08946D9C-21AA-AC67-4467-3785FD31F1C8}"/>
              </a:ext>
            </a:extLst>
          </p:cNvPr>
          <p:cNvSpPr txBox="1"/>
          <p:nvPr/>
        </p:nvSpPr>
        <p:spPr>
          <a:xfrm>
            <a:off x="1998178" y="1450490"/>
            <a:ext cx="2286818" cy="646331"/>
          </a:xfrm>
          <a:prstGeom prst="rect">
            <a:avLst/>
          </a:prstGeom>
          <a:noFill/>
        </p:spPr>
        <p:txBody>
          <a:bodyPr wrap="square" rtlCol="0">
            <a:spAutoFit/>
          </a:bodyPr>
          <a:lstStyle/>
          <a:p>
            <a:r>
              <a:rPr lang="en-US" dirty="0"/>
              <a:t>Before seasonal differencing</a:t>
            </a:r>
            <a:endParaRPr lang="en-AU" dirty="0"/>
          </a:p>
        </p:txBody>
      </p:sp>
      <p:sp>
        <p:nvSpPr>
          <p:cNvPr id="3" name="TextBox 2">
            <a:extLst>
              <a:ext uri="{FF2B5EF4-FFF2-40B4-BE49-F238E27FC236}">
                <a16:creationId xmlns:a16="http://schemas.microsoft.com/office/drawing/2014/main" id="{31732DDC-E386-37B1-F056-81792E706238}"/>
              </a:ext>
            </a:extLst>
          </p:cNvPr>
          <p:cNvSpPr txBox="1"/>
          <p:nvPr/>
        </p:nvSpPr>
        <p:spPr>
          <a:xfrm>
            <a:off x="7732325" y="1588990"/>
            <a:ext cx="3128945" cy="369332"/>
          </a:xfrm>
          <a:prstGeom prst="rect">
            <a:avLst/>
          </a:prstGeom>
          <a:noFill/>
        </p:spPr>
        <p:txBody>
          <a:bodyPr wrap="square" rtlCol="0">
            <a:spAutoFit/>
          </a:bodyPr>
          <a:lstStyle/>
          <a:p>
            <a:r>
              <a:rPr lang="en-US" dirty="0"/>
              <a:t>After seasonal differencing</a:t>
            </a:r>
            <a:endParaRPr lang="en-AU" dirty="0"/>
          </a:p>
        </p:txBody>
      </p:sp>
    </p:spTree>
    <p:extLst>
      <p:ext uri="{BB962C8B-B14F-4D97-AF65-F5344CB8AC3E}">
        <p14:creationId xmlns:p14="http://schemas.microsoft.com/office/powerpoint/2010/main" val="9570850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609316A9-990D-4EC3-A671-70EE5C1493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9B0C6109-9159-49CA-AD7A-F9035539DB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86F14F5-308C-4EB6-87AB-05DE9501B1A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A032363-A188-47C5-9D59-9B788809DC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4" name="Rectangle 25">
              <a:extLst>
                <a:ext uri="{FF2B5EF4-FFF2-40B4-BE49-F238E27FC236}">
                  <a16:creationId xmlns:a16="http://schemas.microsoft.com/office/drawing/2014/main" id="{2C4077DF-6BB9-4069-AD28-6B1664EBB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5" name="Isosceles Triangle 14">
              <a:extLst>
                <a:ext uri="{FF2B5EF4-FFF2-40B4-BE49-F238E27FC236}">
                  <a16:creationId xmlns:a16="http://schemas.microsoft.com/office/drawing/2014/main" id="{1D2B8B50-3419-41ED-9A9F-3CF9EEB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6" name="Rectangle 27">
              <a:extLst>
                <a:ext uri="{FF2B5EF4-FFF2-40B4-BE49-F238E27FC236}">
                  <a16:creationId xmlns:a16="http://schemas.microsoft.com/office/drawing/2014/main" id="{5C640498-2E73-4FA2-BEB6-C3596A458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7" name="Rectangle 28">
              <a:extLst>
                <a:ext uri="{FF2B5EF4-FFF2-40B4-BE49-F238E27FC236}">
                  <a16:creationId xmlns:a16="http://schemas.microsoft.com/office/drawing/2014/main" id="{3240EEFC-4112-4C39-A816-C815774F6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8" name="Rectangle 29">
              <a:extLst>
                <a:ext uri="{FF2B5EF4-FFF2-40B4-BE49-F238E27FC236}">
                  <a16:creationId xmlns:a16="http://schemas.microsoft.com/office/drawing/2014/main" id="{ADF362B0-03EA-4800-9FAA-9F128587E4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9" name="Isosceles Triangle 18">
              <a:extLst>
                <a:ext uri="{FF2B5EF4-FFF2-40B4-BE49-F238E27FC236}">
                  <a16:creationId xmlns:a16="http://schemas.microsoft.com/office/drawing/2014/main" id="{0BA84559-2F4C-4795-9246-4C563F942D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0" name="Isosceles Triangle 19">
              <a:extLst>
                <a:ext uri="{FF2B5EF4-FFF2-40B4-BE49-F238E27FC236}">
                  <a16:creationId xmlns:a16="http://schemas.microsoft.com/office/drawing/2014/main" id="{FA77A1AA-CA47-4A91-A0A1-0A8CE31A9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grpSp>
      <p:sp>
        <p:nvSpPr>
          <p:cNvPr id="22" name="Rectangle 21">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5" name="Straight Connector 24">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6"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7"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8" name="Isosceles Triangle 27">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9"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30"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31"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32" name="Isosceles Triangle 31">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33" name="Isosceles Triangle 32">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grpSp>
      <p:sp>
        <p:nvSpPr>
          <p:cNvPr id="35" name="Rectangle 34">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72578BBD-2CAA-52A9-558B-5D47658067F0}"/>
              </a:ext>
            </a:extLst>
          </p:cNvPr>
          <p:cNvPicPr>
            <a:picLocks noGrp="1" noChangeAspect="1"/>
          </p:cNvPicPr>
          <p:nvPr>
            <p:ph idx="1"/>
          </p:nvPr>
        </p:nvPicPr>
        <p:blipFill>
          <a:blip r:embed="rId2"/>
          <a:stretch>
            <a:fillRect/>
          </a:stretch>
        </p:blipFill>
        <p:spPr>
          <a:xfrm>
            <a:off x="1126309" y="1389229"/>
            <a:ext cx="9941259" cy="4075915"/>
          </a:xfrm>
          <a:prstGeom prst="rect">
            <a:avLst/>
          </a:prstGeom>
        </p:spPr>
      </p:pic>
    </p:spTree>
    <p:extLst>
      <p:ext uri="{BB962C8B-B14F-4D97-AF65-F5344CB8AC3E}">
        <p14:creationId xmlns:p14="http://schemas.microsoft.com/office/powerpoint/2010/main" val="19432010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609316A9-990D-4EC3-A671-70EE5C1493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9B0C6109-9159-49CA-AD7A-F9035539DB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86F14F5-308C-4EB6-87AB-05DE9501B1A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A032363-A188-47C5-9D59-9B788809DC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4" name="Rectangle 25">
              <a:extLst>
                <a:ext uri="{FF2B5EF4-FFF2-40B4-BE49-F238E27FC236}">
                  <a16:creationId xmlns:a16="http://schemas.microsoft.com/office/drawing/2014/main" id="{2C4077DF-6BB9-4069-AD28-6B1664EBB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5" name="Isosceles Triangle 14">
              <a:extLst>
                <a:ext uri="{FF2B5EF4-FFF2-40B4-BE49-F238E27FC236}">
                  <a16:creationId xmlns:a16="http://schemas.microsoft.com/office/drawing/2014/main" id="{1D2B8B50-3419-41ED-9A9F-3CF9EEB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6" name="Rectangle 27">
              <a:extLst>
                <a:ext uri="{FF2B5EF4-FFF2-40B4-BE49-F238E27FC236}">
                  <a16:creationId xmlns:a16="http://schemas.microsoft.com/office/drawing/2014/main" id="{5C640498-2E73-4FA2-BEB6-C3596A458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7" name="Rectangle 28">
              <a:extLst>
                <a:ext uri="{FF2B5EF4-FFF2-40B4-BE49-F238E27FC236}">
                  <a16:creationId xmlns:a16="http://schemas.microsoft.com/office/drawing/2014/main" id="{3240EEFC-4112-4C39-A816-C815774F6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8" name="Rectangle 29">
              <a:extLst>
                <a:ext uri="{FF2B5EF4-FFF2-40B4-BE49-F238E27FC236}">
                  <a16:creationId xmlns:a16="http://schemas.microsoft.com/office/drawing/2014/main" id="{ADF362B0-03EA-4800-9FAA-9F128587E4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9" name="Isosceles Triangle 18">
              <a:extLst>
                <a:ext uri="{FF2B5EF4-FFF2-40B4-BE49-F238E27FC236}">
                  <a16:creationId xmlns:a16="http://schemas.microsoft.com/office/drawing/2014/main" id="{0BA84559-2F4C-4795-9246-4C563F942D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0" name="Isosceles Triangle 19">
              <a:extLst>
                <a:ext uri="{FF2B5EF4-FFF2-40B4-BE49-F238E27FC236}">
                  <a16:creationId xmlns:a16="http://schemas.microsoft.com/office/drawing/2014/main" id="{FA77A1AA-CA47-4A91-A0A1-0A8CE31A9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grpSp>
      <p:sp>
        <p:nvSpPr>
          <p:cNvPr id="22" name="Rectangle 21">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5" name="Straight Connector 24">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6"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7"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8" name="Isosceles Triangle 27">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9"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30"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31"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32" name="Isosceles Triangle 31">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33" name="Isosceles Triangle 32">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grpSp>
      <p:sp>
        <p:nvSpPr>
          <p:cNvPr id="35" name="Rectangle 34">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3C973039-4F8C-19D1-9450-6F6FE1F3D703}"/>
              </a:ext>
            </a:extLst>
          </p:cNvPr>
          <p:cNvPicPr>
            <a:picLocks noGrp="1" noChangeAspect="1"/>
          </p:cNvPicPr>
          <p:nvPr>
            <p:ph idx="1"/>
          </p:nvPr>
        </p:nvPicPr>
        <p:blipFill>
          <a:blip r:embed="rId2"/>
          <a:stretch>
            <a:fillRect/>
          </a:stretch>
        </p:blipFill>
        <p:spPr>
          <a:xfrm>
            <a:off x="1126309" y="1948425"/>
            <a:ext cx="9941259" cy="2957523"/>
          </a:xfrm>
          <a:prstGeom prst="rect">
            <a:avLst/>
          </a:prstGeom>
        </p:spPr>
      </p:pic>
    </p:spTree>
    <p:extLst>
      <p:ext uri="{BB962C8B-B14F-4D97-AF65-F5344CB8AC3E}">
        <p14:creationId xmlns:p14="http://schemas.microsoft.com/office/powerpoint/2010/main" val="10646411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609316A9-990D-4EC3-A671-70EE5C1493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9B0C6109-9159-49CA-AD7A-F9035539DB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86F14F5-308C-4EB6-87AB-05DE9501B1A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A032363-A188-47C5-9D59-9B788809DC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4" name="Rectangle 25">
              <a:extLst>
                <a:ext uri="{FF2B5EF4-FFF2-40B4-BE49-F238E27FC236}">
                  <a16:creationId xmlns:a16="http://schemas.microsoft.com/office/drawing/2014/main" id="{2C4077DF-6BB9-4069-AD28-6B1664EBB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5" name="Isosceles Triangle 14">
              <a:extLst>
                <a:ext uri="{FF2B5EF4-FFF2-40B4-BE49-F238E27FC236}">
                  <a16:creationId xmlns:a16="http://schemas.microsoft.com/office/drawing/2014/main" id="{1D2B8B50-3419-41ED-9A9F-3CF9EEB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6" name="Rectangle 27">
              <a:extLst>
                <a:ext uri="{FF2B5EF4-FFF2-40B4-BE49-F238E27FC236}">
                  <a16:creationId xmlns:a16="http://schemas.microsoft.com/office/drawing/2014/main" id="{5C640498-2E73-4FA2-BEB6-C3596A458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7" name="Rectangle 28">
              <a:extLst>
                <a:ext uri="{FF2B5EF4-FFF2-40B4-BE49-F238E27FC236}">
                  <a16:creationId xmlns:a16="http://schemas.microsoft.com/office/drawing/2014/main" id="{3240EEFC-4112-4C39-A816-C815774F6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8" name="Rectangle 29">
              <a:extLst>
                <a:ext uri="{FF2B5EF4-FFF2-40B4-BE49-F238E27FC236}">
                  <a16:creationId xmlns:a16="http://schemas.microsoft.com/office/drawing/2014/main" id="{ADF362B0-03EA-4800-9FAA-9F128587E4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9" name="Isosceles Triangle 18">
              <a:extLst>
                <a:ext uri="{FF2B5EF4-FFF2-40B4-BE49-F238E27FC236}">
                  <a16:creationId xmlns:a16="http://schemas.microsoft.com/office/drawing/2014/main" id="{0BA84559-2F4C-4795-9246-4C563F942D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0" name="Isosceles Triangle 19">
              <a:extLst>
                <a:ext uri="{FF2B5EF4-FFF2-40B4-BE49-F238E27FC236}">
                  <a16:creationId xmlns:a16="http://schemas.microsoft.com/office/drawing/2014/main" id="{FA77A1AA-CA47-4A91-A0A1-0A8CE31A9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grpSp>
      <p:sp>
        <p:nvSpPr>
          <p:cNvPr id="22" name="Rectangle 21">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5" name="Straight Connector 24">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6"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7"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8" name="Isosceles Triangle 27">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9"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30"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31"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32" name="Isosceles Triangle 31">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33" name="Isosceles Triangle 32">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grpSp>
      <p:sp>
        <p:nvSpPr>
          <p:cNvPr id="35" name="Rectangle 34">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5C9842B7-2C64-0512-AB7D-68392E8C3B9D}"/>
              </a:ext>
            </a:extLst>
          </p:cNvPr>
          <p:cNvPicPr>
            <a:picLocks noGrp="1" noChangeAspect="1"/>
          </p:cNvPicPr>
          <p:nvPr>
            <p:ph idx="1"/>
          </p:nvPr>
        </p:nvPicPr>
        <p:blipFill>
          <a:blip r:embed="rId2"/>
          <a:stretch>
            <a:fillRect/>
          </a:stretch>
        </p:blipFill>
        <p:spPr>
          <a:xfrm>
            <a:off x="2034649" y="1131994"/>
            <a:ext cx="8124579" cy="4590386"/>
          </a:xfrm>
          <a:prstGeom prst="rect">
            <a:avLst/>
          </a:prstGeom>
        </p:spPr>
      </p:pic>
    </p:spTree>
    <p:extLst>
      <p:ext uri="{BB962C8B-B14F-4D97-AF65-F5344CB8AC3E}">
        <p14:creationId xmlns:p14="http://schemas.microsoft.com/office/powerpoint/2010/main" val="30947475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609316A9-990D-4EC3-A671-70EE5C1493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9B0C6109-9159-49CA-AD7A-F9035539DB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86F14F5-308C-4EB6-87AB-05DE9501B1A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A032363-A188-47C5-9D59-9B788809DC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4" name="Rectangle 25">
              <a:extLst>
                <a:ext uri="{FF2B5EF4-FFF2-40B4-BE49-F238E27FC236}">
                  <a16:creationId xmlns:a16="http://schemas.microsoft.com/office/drawing/2014/main" id="{2C4077DF-6BB9-4069-AD28-6B1664EBB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5" name="Isosceles Triangle 14">
              <a:extLst>
                <a:ext uri="{FF2B5EF4-FFF2-40B4-BE49-F238E27FC236}">
                  <a16:creationId xmlns:a16="http://schemas.microsoft.com/office/drawing/2014/main" id="{1D2B8B50-3419-41ED-9A9F-3CF9EEB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6" name="Rectangle 27">
              <a:extLst>
                <a:ext uri="{FF2B5EF4-FFF2-40B4-BE49-F238E27FC236}">
                  <a16:creationId xmlns:a16="http://schemas.microsoft.com/office/drawing/2014/main" id="{5C640498-2E73-4FA2-BEB6-C3596A458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7" name="Rectangle 28">
              <a:extLst>
                <a:ext uri="{FF2B5EF4-FFF2-40B4-BE49-F238E27FC236}">
                  <a16:creationId xmlns:a16="http://schemas.microsoft.com/office/drawing/2014/main" id="{3240EEFC-4112-4C39-A816-C815774F6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8" name="Rectangle 29">
              <a:extLst>
                <a:ext uri="{FF2B5EF4-FFF2-40B4-BE49-F238E27FC236}">
                  <a16:creationId xmlns:a16="http://schemas.microsoft.com/office/drawing/2014/main" id="{ADF362B0-03EA-4800-9FAA-9F128587E4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9" name="Isosceles Triangle 18">
              <a:extLst>
                <a:ext uri="{FF2B5EF4-FFF2-40B4-BE49-F238E27FC236}">
                  <a16:creationId xmlns:a16="http://schemas.microsoft.com/office/drawing/2014/main" id="{0BA84559-2F4C-4795-9246-4C563F942D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0" name="Isosceles Triangle 19">
              <a:extLst>
                <a:ext uri="{FF2B5EF4-FFF2-40B4-BE49-F238E27FC236}">
                  <a16:creationId xmlns:a16="http://schemas.microsoft.com/office/drawing/2014/main" id="{FA77A1AA-CA47-4A91-A0A1-0A8CE31A9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grpSp>
      <p:sp>
        <p:nvSpPr>
          <p:cNvPr id="22" name="Rectangle 21">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5" name="Straight Connector 24">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6"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7"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8" name="Isosceles Triangle 27">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9"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30"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31"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32" name="Isosceles Triangle 31">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33" name="Isosceles Triangle 32">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grpSp>
      <p:sp>
        <p:nvSpPr>
          <p:cNvPr id="35" name="Rectangle 34">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681A2190-EB9F-367A-B7C0-359A5544A720}"/>
              </a:ext>
            </a:extLst>
          </p:cNvPr>
          <p:cNvPicPr>
            <a:picLocks noGrp="1" noChangeAspect="1"/>
          </p:cNvPicPr>
          <p:nvPr>
            <p:ph idx="1"/>
          </p:nvPr>
        </p:nvPicPr>
        <p:blipFill>
          <a:blip r:embed="rId2"/>
          <a:stretch>
            <a:fillRect/>
          </a:stretch>
        </p:blipFill>
        <p:spPr>
          <a:xfrm>
            <a:off x="1806859" y="1131994"/>
            <a:ext cx="8580159" cy="4590386"/>
          </a:xfrm>
          <a:prstGeom prst="rect">
            <a:avLst/>
          </a:prstGeom>
        </p:spPr>
      </p:pic>
    </p:spTree>
    <p:extLst>
      <p:ext uri="{BB962C8B-B14F-4D97-AF65-F5344CB8AC3E}">
        <p14:creationId xmlns:p14="http://schemas.microsoft.com/office/powerpoint/2010/main" val="6733855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4DE830A-B531-4A3B-96F6-0ECE88B085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0" name="Straight Connector 9">
              <a:extLst>
                <a:ext uri="{FF2B5EF4-FFF2-40B4-BE49-F238E27FC236}">
                  <a16:creationId xmlns:a16="http://schemas.microsoft.com/office/drawing/2014/main" id="{2813DF2C-461A-4A8F-9679-A172790D1F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54CD3A85-C039-4249-86E4-1EB9318B54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887EA6D2-2883-42C2-993D-094CA6D65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3" name="Rectangle 25">
              <a:extLst>
                <a:ext uri="{FF2B5EF4-FFF2-40B4-BE49-F238E27FC236}">
                  <a16:creationId xmlns:a16="http://schemas.microsoft.com/office/drawing/2014/main" id="{3B895046-636F-4D1B-ACA4-29AA0CB332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4" name="Isosceles Triangle 13">
              <a:extLst>
                <a:ext uri="{FF2B5EF4-FFF2-40B4-BE49-F238E27FC236}">
                  <a16:creationId xmlns:a16="http://schemas.microsoft.com/office/drawing/2014/main" id="{C6B0CDE3-E054-4EDD-A43B-F96843D8B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5" name="Rectangle 27">
              <a:extLst>
                <a:ext uri="{FF2B5EF4-FFF2-40B4-BE49-F238E27FC236}">
                  <a16:creationId xmlns:a16="http://schemas.microsoft.com/office/drawing/2014/main" id="{3B66B1A2-F145-4C9B-85CC-4BF30D58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6" name="Rectangle 28">
              <a:extLst>
                <a:ext uri="{FF2B5EF4-FFF2-40B4-BE49-F238E27FC236}">
                  <a16:creationId xmlns:a16="http://schemas.microsoft.com/office/drawing/2014/main" id="{5D4FC972-94B3-4035-8D31-E668C132B4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7" name="Rectangle 29">
              <a:extLst>
                <a:ext uri="{FF2B5EF4-FFF2-40B4-BE49-F238E27FC236}">
                  <a16:creationId xmlns:a16="http://schemas.microsoft.com/office/drawing/2014/main" id="{374B9941-AFBE-4A77-A50E-B6EA04A746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8" name="Isosceles Triangle 17">
              <a:extLst>
                <a:ext uri="{FF2B5EF4-FFF2-40B4-BE49-F238E27FC236}">
                  <a16:creationId xmlns:a16="http://schemas.microsoft.com/office/drawing/2014/main" id="{27A982C5-2C38-4CE9-BC18-94697AD65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9" name="Isosceles Triangle 18">
              <a:extLst>
                <a:ext uri="{FF2B5EF4-FFF2-40B4-BE49-F238E27FC236}">
                  <a16:creationId xmlns:a16="http://schemas.microsoft.com/office/drawing/2014/main" id="{0060D8D1-7BB1-498F-AFBB-ADAC130A9E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grpSp>
      <p:sp>
        <p:nvSpPr>
          <p:cNvPr id="2" name="Title 1">
            <a:extLst>
              <a:ext uri="{FF2B5EF4-FFF2-40B4-BE49-F238E27FC236}">
                <a16:creationId xmlns:a16="http://schemas.microsoft.com/office/drawing/2014/main" id="{E4629E90-FB86-67DD-58A3-372BB8AF9440}"/>
              </a:ext>
            </a:extLst>
          </p:cNvPr>
          <p:cNvSpPr>
            <a:spLocks noGrp="1"/>
          </p:cNvSpPr>
          <p:nvPr>
            <p:ph type="title"/>
          </p:nvPr>
        </p:nvSpPr>
        <p:spPr>
          <a:xfrm>
            <a:off x="1600199" y="4571999"/>
            <a:ext cx="7673801" cy="1087656"/>
          </a:xfrm>
        </p:spPr>
        <p:txBody>
          <a:bodyPr vert="horz" lIns="91440" tIns="45720" rIns="91440" bIns="45720" rtlCol="0" anchor="b">
            <a:normAutofit/>
          </a:bodyPr>
          <a:lstStyle/>
          <a:p>
            <a:pPr defTabSz="457200"/>
            <a:r>
              <a:rPr lang="en-US" sz="3700" kern="1200" dirty="0">
                <a:solidFill>
                  <a:schemeClr val="accent1"/>
                </a:solidFill>
                <a:latin typeface="+mj-lt"/>
                <a:ea typeface="+mj-ea"/>
                <a:cs typeface="+mj-cs"/>
              </a:rPr>
              <a:t>Alternative Approach using </a:t>
            </a:r>
            <a:r>
              <a:rPr lang="en-US" sz="3700" kern="1200" dirty="0" err="1">
                <a:solidFill>
                  <a:schemeClr val="accent1"/>
                </a:solidFill>
                <a:latin typeface="+mj-lt"/>
                <a:ea typeface="+mj-ea"/>
                <a:cs typeface="+mj-cs"/>
              </a:rPr>
              <a:t>Sarimax</a:t>
            </a:r>
            <a:endParaRPr lang="en-US" sz="3700" kern="1200" dirty="0">
              <a:solidFill>
                <a:schemeClr val="accent1"/>
              </a:solidFill>
              <a:latin typeface="+mj-lt"/>
              <a:ea typeface="+mj-ea"/>
              <a:cs typeface="+mj-cs"/>
            </a:endParaRPr>
          </a:p>
        </p:txBody>
      </p:sp>
      <p:pic>
        <p:nvPicPr>
          <p:cNvPr id="4" name="Content Placeholder 3" descr="A graph showing the growth of the country&#10;&#10;AI-generated content may be incorrect.">
            <a:extLst>
              <a:ext uri="{FF2B5EF4-FFF2-40B4-BE49-F238E27FC236}">
                <a16:creationId xmlns:a16="http://schemas.microsoft.com/office/drawing/2014/main" id="{F7965871-0104-24E6-2E02-C51F87A3F83F}"/>
              </a:ext>
            </a:extLst>
          </p:cNvPr>
          <p:cNvPicPr>
            <a:picLocks noGrp="1" noChangeAspect="1"/>
          </p:cNvPicPr>
          <p:nvPr>
            <p:ph idx="1"/>
          </p:nvPr>
        </p:nvPicPr>
        <p:blipFill>
          <a:blip r:embed="rId2"/>
          <a:stretch>
            <a:fillRect/>
          </a:stretch>
        </p:blipFill>
        <p:spPr>
          <a:xfrm>
            <a:off x="1600201" y="609600"/>
            <a:ext cx="6622469" cy="3642357"/>
          </a:xfrm>
          <a:prstGeom prst="rect">
            <a:avLst/>
          </a:prstGeom>
        </p:spPr>
      </p:pic>
      <p:cxnSp>
        <p:nvCxnSpPr>
          <p:cNvPr id="6" name="Straight Connector 5">
            <a:extLst>
              <a:ext uri="{FF2B5EF4-FFF2-40B4-BE49-F238E27FC236}">
                <a16:creationId xmlns:a16="http://schemas.microsoft.com/office/drawing/2014/main" id="{D00BAC26-53B6-1A5B-E2D6-FE98825B102F}"/>
              </a:ext>
            </a:extLst>
          </p:cNvPr>
          <p:cNvCxnSpPr>
            <a:cxnSpLocks/>
          </p:cNvCxnSpPr>
          <p:nvPr/>
        </p:nvCxnSpPr>
        <p:spPr>
          <a:xfrm>
            <a:off x="7032171" y="805543"/>
            <a:ext cx="37496" cy="3156857"/>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8" name="Straight Connector 7">
            <a:extLst>
              <a:ext uri="{FF2B5EF4-FFF2-40B4-BE49-F238E27FC236}">
                <a16:creationId xmlns:a16="http://schemas.microsoft.com/office/drawing/2014/main" id="{C6441601-59C3-0117-D1B0-7A510F9C8C8C}"/>
              </a:ext>
            </a:extLst>
          </p:cNvPr>
          <p:cNvCxnSpPr/>
          <p:nvPr/>
        </p:nvCxnSpPr>
        <p:spPr>
          <a:xfrm>
            <a:off x="7425267" y="812800"/>
            <a:ext cx="0" cy="3149600"/>
          </a:xfrm>
          <a:prstGeom prst="line">
            <a:avLst/>
          </a:prstGeom>
          <a:ln w="38100"/>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8720789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9" name="Rectangle 48">
            <a:extLst>
              <a:ext uri="{FF2B5EF4-FFF2-40B4-BE49-F238E27FC236}">
                <a16:creationId xmlns:a16="http://schemas.microsoft.com/office/drawing/2014/main" id="{BDDE9CD4-0E0A-4129-8689-A89C4E9A6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1" name="Group 50">
            <a:extLst>
              <a:ext uri="{FF2B5EF4-FFF2-40B4-BE49-F238E27FC236}">
                <a16:creationId xmlns:a16="http://schemas.microsoft.com/office/drawing/2014/main" id="{85DB3CA2-FA66-42B9-90EF-394894352D8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52" name="Straight Connector 51">
              <a:extLst>
                <a:ext uri="{FF2B5EF4-FFF2-40B4-BE49-F238E27FC236}">
                  <a16:creationId xmlns:a16="http://schemas.microsoft.com/office/drawing/2014/main" id="{2C8D0718-07C6-45A2-A743-BC64673C965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FAE7BCCE-817C-4933-A587-F1EF87D4B4A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4" name="Rectangle 23">
              <a:extLst>
                <a:ext uri="{FF2B5EF4-FFF2-40B4-BE49-F238E27FC236}">
                  <a16:creationId xmlns:a16="http://schemas.microsoft.com/office/drawing/2014/main" id="{0E96C1E8-3E07-4AF1-BA61-7FB948F90A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55" name="Rectangle 25">
              <a:extLst>
                <a:ext uri="{FF2B5EF4-FFF2-40B4-BE49-F238E27FC236}">
                  <a16:creationId xmlns:a16="http://schemas.microsoft.com/office/drawing/2014/main" id="{B3B592D1-4031-4144-A2DB-B2D8F8C738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56" name="Isosceles Triangle 55">
              <a:extLst>
                <a:ext uri="{FF2B5EF4-FFF2-40B4-BE49-F238E27FC236}">
                  <a16:creationId xmlns:a16="http://schemas.microsoft.com/office/drawing/2014/main" id="{55CB28D4-D6D1-4DB7-B557-D5FF65237B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57" name="Rectangle 27">
              <a:extLst>
                <a:ext uri="{FF2B5EF4-FFF2-40B4-BE49-F238E27FC236}">
                  <a16:creationId xmlns:a16="http://schemas.microsoft.com/office/drawing/2014/main" id="{F69D97D4-6031-4064-9BBA-2E96839A3C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58" name="Rectangle 28">
              <a:extLst>
                <a:ext uri="{FF2B5EF4-FFF2-40B4-BE49-F238E27FC236}">
                  <a16:creationId xmlns:a16="http://schemas.microsoft.com/office/drawing/2014/main" id="{BAF978AE-97B1-4224-A562-EBCE373A12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59" name="Rectangle 29">
              <a:extLst>
                <a:ext uri="{FF2B5EF4-FFF2-40B4-BE49-F238E27FC236}">
                  <a16:creationId xmlns:a16="http://schemas.microsoft.com/office/drawing/2014/main" id="{3A18250B-41A2-4BA7-9E5C-679CF3AEFB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60" name="Isosceles Triangle 59">
              <a:extLst>
                <a:ext uri="{FF2B5EF4-FFF2-40B4-BE49-F238E27FC236}">
                  <a16:creationId xmlns:a16="http://schemas.microsoft.com/office/drawing/2014/main" id="{C8751ECC-5286-4332-9942-2D01B71359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61" name="Isosceles Triangle 60">
              <a:extLst>
                <a:ext uri="{FF2B5EF4-FFF2-40B4-BE49-F238E27FC236}">
                  <a16:creationId xmlns:a16="http://schemas.microsoft.com/office/drawing/2014/main" id="{5952A4A6-F619-458C-A026-6E5D6AF15D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grpSp>
      <p:sp>
        <p:nvSpPr>
          <p:cNvPr id="2" name="Title 1">
            <a:extLst>
              <a:ext uri="{FF2B5EF4-FFF2-40B4-BE49-F238E27FC236}">
                <a16:creationId xmlns:a16="http://schemas.microsoft.com/office/drawing/2014/main" id="{8F566D27-A201-05B0-86BD-63F91C80BF90}"/>
              </a:ext>
            </a:extLst>
          </p:cNvPr>
          <p:cNvSpPr>
            <a:spLocks noGrp="1"/>
          </p:cNvSpPr>
          <p:nvPr>
            <p:ph type="title"/>
          </p:nvPr>
        </p:nvSpPr>
        <p:spPr>
          <a:xfrm>
            <a:off x="677334" y="609600"/>
            <a:ext cx="8596668" cy="1320800"/>
          </a:xfrm>
        </p:spPr>
        <p:txBody>
          <a:bodyPr>
            <a:normAutofit/>
          </a:bodyPr>
          <a:lstStyle/>
          <a:p>
            <a:r>
              <a:rPr lang="en-US" dirty="0"/>
              <a:t>Intervention time period</a:t>
            </a:r>
            <a:endParaRPr lang="en-AU" dirty="0"/>
          </a:p>
        </p:txBody>
      </p:sp>
      <p:graphicFrame>
        <p:nvGraphicFramePr>
          <p:cNvPr id="6" name="Rectangle 1">
            <a:extLst>
              <a:ext uri="{FF2B5EF4-FFF2-40B4-BE49-F238E27FC236}">
                <a16:creationId xmlns:a16="http://schemas.microsoft.com/office/drawing/2014/main" id="{4F05A28D-9CE5-0369-B488-4F32771553D7}"/>
              </a:ext>
            </a:extLst>
          </p:cNvPr>
          <p:cNvGraphicFramePr>
            <a:graphicFrameLocks noGrp="1"/>
          </p:cNvGraphicFramePr>
          <p:nvPr>
            <p:ph idx="1"/>
            <p:extLst>
              <p:ext uri="{D42A27DB-BD31-4B8C-83A1-F6EECF244321}">
                <p14:modId xmlns:p14="http://schemas.microsoft.com/office/powerpoint/2010/main" val="1046000162"/>
              </p:ext>
            </p:extLst>
          </p:nvPr>
        </p:nvGraphicFramePr>
        <p:xfrm>
          <a:off x="677334" y="2160589"/>
          <a:ext cx="8596668" cy="38807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280950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88C9B83F-64CD-41C1-925F-A08801FFD0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0" name="Straight Connector 9">
              <a:extLst>
                <a:ext uri="{FF2B5EF4-FFF2-40B4-BE49-F238E27FC236}">
                  <a16:creationId xmlns:a16="http://schemas.microsoft.com/office/drawing/2014/main" id="{E1655065-0BD7-4422-BEC0-4401E99809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4DDD90AC-ABEC-4A76-9C9C-AD0A5F8FC7F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21A8AFEF-EC50-4C0B-9C64-814B76C820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3" name="Rectangle 25">
              <a:extLst>
                <a:ext uri="{FF2B5EF4-FFF2-40B4-BE49-F238E27FC236}">
                  <a16:creationId xmlns:a16="http://schemas.microsoft.com/office/drawing/2014/main" id="{CAFAA800-E117-4357-84E4-56B63EA03E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4" name="Isosceles Triangle 13">
              <a:extLst>
                <a:ext uri="{FF2B5EF4-FFF2-40B4-BE49-F238E27FC236}">
                  <a16:creationId xmlns:a16="http://schemas.microsoft.com/office/drawing/2014/main" id="{8DDFC9F4-3B45-402D-8AD7-60B3F08ED7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5" name="Rectangle 27">
              <a:extLst>
                <a:ext uri="{FF2B5EF4-FFF2-40B4-BE49-F238E27FC236}">
                  <a16:creationId xmlns:a16="http://schemas.microsoft.com/office/drawing/2014/main" id="{F26A0854-FBE4-4587-B349-06BE192BD7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6" name="Rectangle 28">
              <a:extLst>
                <a:ext uri="{FF2B5EF4-FFF2-40B4-BE49-F238E27FC236}">
                  <a16:creationId xmlns:a16="http://schemas.microsoft.com/office/drawing/2014/main" id="{54A9C4C6-FF7D-470E-BFCA-CE4F60A1F0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7" name="Rectangle 29">
              <a:extLst>
                <a:ext uri="{FF2B5EF4-FFF2-40B4-BE49-F238E27FC236}">
                  <a16:creationId xmlns:a16="http://schemas.microsoft.com/office/drawing/2014/main" id="{B1721EA8-4871-45D4-B78F-AE805A3004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8" name="Isosceles Triangle 17">
              <a:extLst>
                <a:ext uri="{FF2B5EF4-FFF2-40B4-BE49-F238E27FC236}">
                  <a16:creationId xmlns:a16="http://schemas.microsoft.com/office/drawing/2014/main" id="{E5763971-E3A3-45C6-9BA8-2E032C7A55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9" name="Isosceles Triangle 18">
              <a:extLst>
                <a:ext uri="{FF2B5EF4-FFF2-40B4-BE49-F238E27FC236}">
                  <a16:creationId xmlns:a16="http://schemas.microsoft.com/office/drawing/2014/main" id="{32752E94-0E01-4AF5-A43A-F2FAD8737C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grpSp>
      <p:pic>
        <p:nvPicPr>
          <p:cNvPr id="5" name="Picture 4" descr="Drawings on colorful paper">
            <a:extLst>
              <a:ext uri="{FF2B5EF4-FFF2-40B4-BE49-F238E27FC236}">
                <a16:creationId xmlns:a16="http://schemas.microsoft.com/office/drawing/2014/main" id="{34ED28D7-7D40-2141-8F47-56E17F5D1393}"/>
              </a:ext>
            </a:extLst>
          </p:cNvPr>
          <p:cNvPicPr>
            <a:picLocks noChangeAspect="1"/>
          </p:cNvPicPr>
          <p:nvPr/>
        </p:nvPicPr>
        <p:blipFill>
          <a:blip r:embed="rId2"/>
          <a:srcRect l="15124" r="32366" b="-2"/>
          <a:stretch>
            <a:fillRect/>
          </a:stretch>
        </p:blipFill>
        <p:spPr>
          <a:xfrm>
            <a:off x="20" y="-1"/>
            <a:ext cx="539494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2" name="Title 1">
            <a:extLst>
              <a:ext uri="{FF2B5EF4-FFF2-40B4-BE49-F238E27FC236}">
                <a16:creationId xmlns:a16="http://schemas.microsoft.com/office/drawing/2014/main" id="{393E2460-F36D-EB73-D1DE-D58DC9B94170}"/>
              </a:ext>
            </a:extLst>
          </p:cNvPr>
          <p:cNvSpPr>
            <a:spLocks noGrp="1"/>
          </p:cNvSpPr>
          <p:nvPr>
            <p:ph type="title"/>
          </p:nvPr>
        </p:nvSpPr>
        <p:spPr>
          <a:xfrm>
            <a:off x="5380563" y="1678665"/>
            <a:ext cx="3887839" cy="2372168"/>
          </a:xfrm>
        </p:spPr>
        <p:txBody>
          <a:bodyPr vert="horz" lIns="91440" tIns="45720" rIns="91440" bIns="45720" rtlCol="0" anchor="b">
            <a:normAutofit/>
          </a:bodyPr>
          <a:lstStyle/>
          <a:p>
            <a:pPr algn="r" defTabSz="457200"/>
            <a:r>
              <a:rPr lang="en-US" sz="4600"/>
              <a:t>Reflections</a:t>
            </a:r>
          </a:p>
        </p:txBody>
      </p:sp>
      <p:sp>
        <p:nvSpPr>
          <p:cNvPr id="3" name="Text Placeholder 2">
            <a:extLst>
              <a:ext uri="{FF2B5EF4-FFF2-40B4-BE49-F238E27FC236}">
                <a16:creationId xmlns:a16="http://schemas.microsoft.com/office/drawing/2014/main" id="{AB757DF2-817C-7769-9094-0DEE3EF2CB58}"/>
              </a:ext>
            </a:extLst>
          </p:cNvPr>
          <p:cNvSpPr>
            <a:spLocks noGrp="1"/>
          </p:cNvSpPr>
          <p:nvPr>
            <p:ph type="body" idx="1"/>
          </p:nvPr>
        </p:nvSpPr>
        <p:spPr>
          <a:xfrm>
            <a:off x="5380563" y="4050833"/>
            <a:ext cx="3893440" cy="1615321"/>
          </a:xfrm>
        </p:spPr>
        <p:txBody>
          <a:bodyPr vert="horz" lIns="91440" tIns="45720" rIns="91440" bIns="45720" rtlCol="0" anchor="t">
            <a:normAutofit/>
          </a:bodyPr>
          <a:lstStyle/>
          <a:p>
            <a:pPr algn="l" defTabSz="457200">
              <a:spcBef>
                <a:spcPts val="1000"/>
              </a:spcBef>
            </a:pPr>
            <a:r>
              <a:rPr lang="en-US" sz="1100" dirty="0">
                <a:solidFill>
                  <a:schemeClr val="tx1">
                    <a:lumMod val="50000"/>
                    <a:lumOff val="50000"/>
                  </a:schemeClr>
                </a:solidFill>
              </a:rPr>
              <a:t>Identify key patterns</a:t>
            </a:r>
          </a:p>
          <a:p>
            <a:pPr algn="l" defTabSz="457200">
              <a:spcBef>
                <a:spcPts val="1000"/>
              </a:spcBef>
            </a:pPr>
            <a:r>
              <a:rPr lang="en-US" sz="1100" dirty="0">
                <a:solidFill>
                  <a:schemeClr val="tx1">
                    <a:lumMod val="50000"/>
                    <a:lumOff val="50000"/>
                  </a:schemeClr>
                </a:solidFill>
              </a:rPr>
              <a:t>Observe key patterns in data and propose models</a:t>
            </a:r>
          </a:p>
          <a:p>
            <a:pPr algn="l" defTabSz="457200">
              <a:spcBef>
                <a:spcPts val="1000"/>
              </a:spcBef>
            </a:pPr>
            <a:r>
              <a:rPr lang="en-US" sz="1100" dirty="0">
                <a:solidFill>
                  <a:schemeClr val="tx1">
                    <a:lumMod val="50000"/>
                    <a:lumOff val="50000"/>
                  </a:schemeClr>
                </a:solidFill>
              </a:rPr>
              <a:t>Learn different simple to advanced forecasting techniques</a:t>
            </a:r>
          </a:p>
          <a:p>
            <a:pPr algn="l" defTabSz="457200">
              <a:spcBef>
                <a:spcPts val="1000"/>
              </a:spcBef>
            </a:pPr>
            <a:r>
              <a:rPr lang="en-US" sz="1100" dirty="0" err="1">
                <a:solidFill>
                  <a:schemeClr val="tx1">
                    <a:lumMod val="50000"/>
                    <a:lumOff val="50000"/>
                  </a:schemeClr>
                </a:solidFill>
              </a:rPr>
              <a:t>Statistcal</a:t>
            </a:r>
            <a:r>
              <a:rPr lang="en-US" sz="1100" dirty="0">
                <a:solidFill>
                  <a:schemeClr val="tx1">
                    <a:lumMod val="50000"/>
                    <a:lumOff val="50000"/>
                  </a:schemeClr>
                </a:solidFill>
              </a:rPr>
              <a:t> testing to confirm model suitability</a:t>
            </a:r>
          </a:p>
          <a:p>
            <a:pPr algn="l" defTabSz="457200">
              <a:spcBef>
                <a:spcPts val="1000"/>
              </a:spcBef>
            </a:pPr>
            <a:r>
              <a:rPr lang="en-US" sz="1100" dirty="0">
                <a:solidFill>
                  <a:schemeClr val="tx1">
                    <a:lumMod val="50000"/>
                    <a:lumOff val="50000"/>
                  </a:schemeClr>
                </a:solidFill>
              </a:rPr>
              <a:t>Performance </a:t>
            </a:r>
            <a:r>
              <a:rPr lang="en-US" sz="1100" dirty="0" err="1">
                <a:solidFill>
                  <a:schemeClr val="tx1">
                    <a:lumMod val="50000"/>
                    <a:lumOff val="50000"/>
                  </a:schemeClr>
                </a:solidFill>
              </a:rPr>
              <a:t>measuress</a:t>
            </a:r>
            <a:endParaRPr lang="en-US" sz="1100" dirty="0">
              <a:solidFill>
                <a:schemeClr val="tx1">
                  <a:lumMod val="50000"/>
                  <a:lumOff val="50000"/>
                </a:schemeClr>
              </a:solidFill>
            </a:endParaRPr>
          </a:p>
          <a:p>
            <a:pPr algn="l" defTabSz="457200">
              <a:spcBef>
                <a:spcPts val="1000"/>
              </a:spcBef>
            </a:pPr>
            <a:endParaRPr lang="en-US" sz="1100" dirty="0">
              <a:solidFill>
                <a:schemeClr val="tx1">
                  <a:lumMod val="50000"/>
                  <a:lumOff val="50000"/>
                </a:schemeClr>
              </a:solidFill>
            </a:endParaRPr>
          </a:p>
          <a:p>
            <a:pPr algn="r" defTabSz="457200">
              <a:spcBef>
                <a:spcPts val="1000"/>
              </a:spcBef>
            </a:pPr>
            <a:endParaRPr lang="en-US" sz="1100" dirty="0">
              <a:solidFill>
                <a:schemeClr val="tx1">
                  <a:lumMod val="50000"/>
                  <a:lumOff val="50000"/>
                </a:schemeClr>
              </a:solidFill>
            </a:endParaRPr>
          </a:p>
        </p:txBody>
      </p:sp>
    </p:spTree>
    <p:extLst>
      <p:ext uri="{BB962C8B-B14F-4D97-AF65-F5344CB8AC3E}">
        <p14:creationId xmlns:p14="http://schemas.microsoft.com/office/powerpoint/2010/main" val="26853035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4" name="Group 43">
            <a:extLst>
              <a:ext uri="{FF2B5EF4-FFF2-40B4-BE49-F238E27FC236}">
                <a16:creationId xmlns:a16="http://schemas.microsoft.com/office/drawing/2014/main" id="{B4DE830A-B531-4A3B-96F6-0ECE88B085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32" name="Straight Connector 31">
              <a:extLst>
                <a:ext uri="{FF2B5EF4-FFF2-40B4-BE49-F238E27FC236}">
                  <a16:creationId xmlns:a16="http://schemas.microsoft.com/office/drawing/2014/main" id="{2813DF2C-461A-4A8F-9679-A172790D1F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54CD3A85-C039-4249-86E4-1EB9318B54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5" name="Rectangle 23">
              <a:extLst>
                <a:ext uri="{FF2B5EF4-FFF2-40B4-BE49-F238E27FC236}">
                  <a16:creationId xmlns:a16="http://schemas.microsoft.com/office/drawing/2014/main" id="{887EA6D2-2883-42C2-993D-094CA6D65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46" name="Rectangle 25">
              <a:extLst>
                <a:ext uri="{FF2B5EF4-FFF2-40B4-BE49-F238E27FC236}">
                  <a16:creationId xmlns:a16="http://schemas.microsoft.com/office/drawing/2014/main" id="{3B895046-636F-4D1B-ACA4-29AA0CB332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47" name="Isosceles Triangle 46">
              <a:extLst>
                <a:ext uri="{FF2B5EF4-FFF2-40B4-BE49-F238E27FC236}">
                  <a16:creationId xmlns:a16="http://schemas.microsoft.com/office/drawing/2014/main" id="{C6B0CDE3-E054-4EDD-A43B-F96843D8B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48" name="Rectangle 27">
              <a:extLst>
                <a:ext uri="{FF2B5EF4-FFF2-40B4-BE49-F238E27FC236}">
                  <a16:creationId xmlns:a16="http://schemas.microsoft.com/office/drawing/2014/main" id="{3B66B1A2-F145-4C9B-85CC-4BF30D58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49" name="Rectangle 28">
              <a:extLst>
                <a:ext uri="{FF2B5EF4-FFF2-40B4-BE49-F238E27FC236}">
                  <a16:creationId xmlns:a16="http://schemas.microsoft.com/office/drawing/2014/main" id="{5D4FC972-94B3-4035-8D31-E668C132B4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50" name="Rectangle 29">
              <a:extLst>
                <a:ext uri="{FF2B5EF4-FFF2-40B4-BE49-F238E27FC236}">
                  <a16:creationId xmlns:a16="http://schemas.microsoft.com/office/drawing/2014/main" id="{374B9941-AFBE-4A77-A50E-B6EA04A746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51" name="Isosceles Triangle 50">
              <a:extLst>
                <a:ext uri="{FF2B5EF4-FFF2-40B4-BE49-F238E27FC236}">
                  <a16:creationId xmlns:a16="http://schemas.microsoft.com/office/drawing/2014/main" id="{27A982C5-2C38-4CE9-BC18-94697AD65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52" name="Isosceles Triangle 51">
              <a:extLst>
                <a:ext uri="{FF2B5EF4-FFF2-40B4-BE49-F238E27FC236}">
                  <a16:creationId xmlns:a16="http://schemas.microsoft.com/office/drawing/2014/main" id="{0060D8D1-7BB1-498F-AFBB-ADAC130A9E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grpSp>
      <p:sp>
        <p:nvSpPr>
          <p:cNvPr id="2" name="Title 1">
            <a:extLst>
              <a:ext uri="{FF2B5EF4-FFF2-40B4-BE49-F238E27FC236}">
                <a16:creationId xmlns:a16="http://schemas.microsoft.com/office/drawing/2014/main" id="{A0D81407-D1A6-42DD-AE7A-4FA34ACD1317}"/>
              </a:ext>
            </a:extLst>
          </p:cNvPr>
          <p:cNvSpPr>
            <a:spLocks noGrp="1"/>
          </p:cNvSpPr>
          <p:nvPr>
            <p:ph type="title"/>
          </p:nvPr>
        </p:nvSpPr>
        <p:spPr>
          <a:xfrm>
            <a:off x="4974337" y="1265314"/>
            <a:ext cx="4299666" cy="3249131"/>
          </a:xfrm>
        </p:spPr>
        <p:txBody>
          <a:bodyPr vert="horz" lIns="91440" tIns="45720" rIns="91440" bIns="45720" rtlCol="0" anchor="b">
            <a:normAutofit/>
          </a:bodyPr>
          <a:lstStyle/>
          <a:p>
            <a:pPr defTabSz="457200"/>
            <a:r>
              <a:rPr lang="en-US" sz="5400" kern="1200" dirty="0">
                <a:solidFill>
                  <a:schemeClr val="accent1"/>
                </a:solidFill>
                <a:latin typeface="+mj-lt"/>
                <a:ea typeface="+mj-ea"/>
                <a:cs typeface="+mj-cs"/>
              </a:rPr>
              <a:t>Thank You</a:t>
            </a:r>
          </a:p>
        </p:txBody>
      </p:sp>
      <p:sp>
        <p:nvSpPr>
          <p:cNvPr id="43" name="Isosceles Triangle 42">
            <a:extLst>
              <a:ext uri="{FF2B5EF4-FFF2-40B4-BE49-F238E27FC236}">
                <a16:creationId xmlns:a16="http://schemas.microsoft.com/office/drawing/2014/main" id="{5A7802B6-FF37-40CF-A7E2-6F2A0D9A9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174" y="1270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pic>
        <p:nvPicPr>
          <p:cNvPr id="4" name="Content Placeholder 3" descr="Two people climbing a mountain">
            <a:extLst>
              <a:ext uri="{FF2B5EF4-FFF2-40B4-BE49-F238E27FC236}">
                <a16:creationId xmlns:a16="http://schemas.microsoft.com/office/drawing/2014/main" id="{629F2A20-8FE1-4EA2-AE83-45314542A65B}"/>
              </a:ext>
            </a:extLst>
          </p:cNvPr>
          <p:cNvPicPr>
            <a:picLocks noGrp="1" noChangeAspect="1"/>
          </p:cNvPicPr>
          <p:nvPr>
            <p:ph idx="1"/>
          </p:nvPr>
        </p:nvPicPr>
        <p:blipFill rotWithShape="1">
          <a:blip r:embed="rId3" cstate="print">
            <a:extLst>
              <a:ext uri="{28A0092B-C50C-407E-A947-70E740481C1C}">
                <a14:useLocalDpi xmlns:a14="http://schemas.microsoft.com/office/drawing/2010/main"/>
              </a:ext>
            </a:extLst>
          </a:blip>
          <a:srcRect t="2278" b="2278"/>
          <a:stretch/>
        </p:blipFill>
        <p:spPr>
          <a:xfrm>
            <a:off x="963688" y="1265315"/>
            <a:ext cx="3690607" cy="4335340"/>
          </a:xfrm>
          <a:prstGeom prst="rect">
            <a:avLst/>
          </a:prstGeom>
        </p:spPr>
      </p:pic>
    </p:spTree>
    <p:extLst>
      <p:ext uri="{BB962C8B-B14F-4D97-AF65-F5344CB8AC3E}">
        <p14:creationId xmlns:p14="http://schemas.microsoft.com/office/powerpoint/2010/main" val="1646983618"/>
      </p:ext>
    </p:extLst>
  </p:cSld>
  <p:clrMapOvr>
    <a:masterClrMapping/>
  </p:clrMapOvr>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93813dd7ca6ad654711aa0ab317e03a3">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f11dc0ce689dd3925e84e4e35398c6e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78ADAB2-5713-4CC8-B21C-AD74ED6A7DF7}">
  <ds:schemaRefs>
    <ds:schemaRef ds:uri="http://schemas.microsoft.com/sharepoint/v3/contenttype/forms"/>
  </ds:schemaRefs>
</ds:datastoreItem>
</file>

<file path=customXml/itemProps2.xml><?xml version="1.0" encoding="utf-8"?>
<ds:datastoreItem xmlns:ds="http://schemas.openxmlformats.org/officeDocument/2006/customXml" ds:itemID="{98D3DDD6-8E74-4DF3-A7C9-6234C7DB3E79}">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DEF0D866-2B5B-42FA-BA6C-C5A2A7495C3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Tourism design</Template>
  <TotalTime>59575</TotalTime>
  <Words>382</Words>
  <Application>Microsoft Office PowerPoint</Application>
  <PresentationFormat>Widescreen</PresentationFormat>
  <Paragraphs>47</Paragraphs>
  <Slides>17</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Wingdings 3</vt:lpstr>
      <vt:lpstr>Calibri</vt:lpstr>
      <vt:lpstr>Corbel</vt:lpstr>
      <vt:lpstr>Arial</vt:lpstr>
      <vt:lpstr>Basis</vt:lpstr>
      <vt:lpstr>Time Series forecast of NZ visitor arrivals to Australia</vt:lpstr>
      <vt:lpstr>Introduction</vt:lpstr>
      <vt:lpstr>PowerPoint Presentation</vt:lpstr>
      <vt:lpstr>Objective</vt:lpstr>
      <vt:lpstr>Methodology ( Slide 1)</vt:lpstr>
      <vt:lpstr>Methodology Slide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Alternative Approach using Sarimax</vt:lpstr>
      <vt:lpstr>Intervention time period</vt:lpstr>
      <vt:lpstr>Reflections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Saadman Ahmed</dc:creator>
  <cp:lastModifiedBy>Saadman Ahmed</cp:lastModifiedBy>
  <cp:revision>9</cp:revision>
  <dcterms:created xsi:type="dcterms:W3CDTF">2025-06-14T15:33:56Z</dcterms:created>
  <dcterms:modified xsi:type="dcterms:W3CDTF">2025-07-27T09:10:22Z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